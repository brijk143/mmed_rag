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0" r:id="rId2"/>
    <p:sldId id="258" r:id="rId3"/>
    <p:sldId id="259" r:id="rId4"/>
    <p:sldId id="302" r:id="rId5"/>
    <p:sldId id="300" r:id="rId6"/>
    <p:sldId id="301" r:id="rId7"/>
    <p:sldId id="260" r:id="rId8"/>
    <p:sldId id="303" r:id="rId9"/>
    <p:sldId id="295" r:id="rId10"/>
    <p:sldId id="304" r:id="rId11"/>
    <p:sldId id="268" r:id="rId12"/>
    <p:sldId id="262" r:id="rId13"/>
    <p:sldId id="263" r:id="rId14"/>
    <p:sldId id="305" r:id="rId15"/>
    <p:sldId id="307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03998F-5258-FC4D-8F54-8F2A4481E5C7}" v="152" dt="2025-11-01T13:59:05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23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j Kishor" userId="1fa19fea-0850-4853-853b-4219bbb567e5" providerId="ADAL" clId="{E74B0354-284E-5A9E-93A0-7F6496D2B455}"/>
    <pc:docChg chg="undo redo custSel addSld delSld modSld sldOrd">
      <pc:chgData name="Brij Kishor" userId="1fa19fea-0850-4853-853b-4219bbb567e5" providerId="ADAL" clId="{E74B0354-284E-5A9E-93A0-7F6496D2B455}" dt="2025-11-01T14:49:39.903" v="2216" actId="1076"/>
      <pc:docMkLst>
        <pc:docMk/>
      </pc:docMkLst>
      <pc:sldChg chg="addSp delSp modSp del mod">
        <pc:chgData name="Brij Kishor" userId="1fa19fea-0850-4853-853b-4219bbb567e5" providerId="ADAL" clId="{E74B0354-284E-5A9E-93A0-7F6496D2B455}" dt="2025-11-01T13:57:40.826" v="2114" actId="2696"/>
        <pc:sldMkLst>
          <pc:docMk/>
          <pc:sldMk cId="0" sldId="256"/>
        </pc:sldMkLst>
        <pc:spChg chg="mod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8" creationId="{1B15ED52-F352-441B-82BF-E0EA34836D08}"/>
          </ac:spMkLst>
        </pc:spChg>
        <pc:spChg chg="add del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0" creationId="{3B2E3793-BFE6-45A2-9B7B-E18844431C99}"/>
          </ac:spMkLst>
        </pc:spChg>
        <pc:spChg chg="add del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2" creationId="{BC4C4868-CB8F-4AF9-9CDB-8108F2C19B67}"/>
          </ac:spMkLst>
        </pc:spChg>
        <pc:spChg chg="add del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4" creationId="{375E0459-6403-40CD-989D-56A4407CA12E}"/>
          </ac:spMkLst>
        </pc:spChg>
        <pc:spChg chg="add del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6" creationId="{53E5B1A8-3AC9-4BD1-9BBC-78CA94F2D1BA}"/>
          </ac:spMkLst>
        </pc:spChg>
        <pc:spChg chg="add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19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1:19.219" v="1813" actId="26606"/>
          <ac:spMkLst>
            <pc:docMk/>
            <pc:sldMk cId="0" sldId="256"/>
            <ac:spMk id="20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2:59:55.369" v="1764" actId="26606"/>
          <ac:spMkLst>
            <pc:docMk/>
            <pc:sldMk cId="0" sldId="256"/>
            <ac:spMk id="21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2:59:55.369" v="1764" actId="26606"/>
          <ac:spMkLst>
            <pc:docMk/>
            <pc:sldMk cId="0" sldId="256"/>
            <ac:spMk id="23" creationId="{A4026A73-1F7F-49F2-B319-8CA3B3D53269}"/>
          </ac:spMkLst>
        </pc:spChg>
        <pc:spChg chg="add del">
          <ac:chgData name="Brij Kishor" userId="1fa19fea-0850-4853-853b-4219bbb567e5" providerId="ADAL" clId="{E74B0354-284E-5A9E-93A0-7F6496D2B455}" dt="2025-11-01T12:59:55.369" v="1764" actId="26606"/>
          <ac:spMkLst>
            <pc:docMk/>
            <pc:sldMk cId="0" sldId="256"/>
            <ac:spMk id="25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2:59:55.369" v="1764" actId="26606"/>
          <ac:spMkLst>
            <pc:docMk/>
            <pc:sldMk cId="0" sldId="256"/>
            <ac:spMk id="27" creationId="{7F488E8B-4E1E-4402-8935-D4E6C02615C7}"/>
          </ac:spMkLst>
        </pc:spChg>
      </pc:sldChg>
      <pc:sldChg chg="modSp del mod">
        <pc:chgData name="Brij Kishor" userId="1fa19fea-0850-4853-853b-4219bbb567e5" providerId="ADAL" clId="{E74B0354-284E-5A9E-93A0-7F6496D2B455}" dt="2025-11-01T12:35:25.799" v="1718" actId="2696"/>
        <pc:sldMkLst>
          <pc:docMk/>
          <pc:sldMk cId="0" sldId="257"/>
        </pc:sldMkLst>
      </pc:sldChg>
      <pc:sldChg chg="addSp delSp modSp mod">
        <pc:chgData name="Brij Kishor" userId="1fa19fea-0850-4853-853b-4219bbb567e5" providerId="ADAL" clId="{E74B0354-284E-5A9E-93A0-7F6496D2B455}" dt="2025-11-01T12:59:02.158" v="1762" actId="26606"/>
        <pc:sldMkLst>
          <pc:docMk/>
          <pc:sldMk cId="0" sldId="258"/>
        </pc:sldMkLst>
        <pc:spChg chg="mo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3" creationId="{00000000-0000-0000-0000-000000000000}"/>
          </ac:spMkLst>
        </pc:spChg>
        <pc:spChg chg="del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8" creationId="{081EA652-8C6A-4E69-BEB9-170809474553}"/>
          </ac:spMkLst>
        </pc:spChg>
        <pc:spChg chg="del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10" creationId="{5298780A-33B9-4EA2-8F67-DE68AD62841B}"/>
          </ac:spMkLst>
        </pc:spChg>
        <pc:spChg chg="del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12" creationId="{7F488E8B-4E1E-4402-8935-D4E6C02615C7}"/>
          </ac:spMkLst>
        </pc:spChg>
        <pc:spChg chg="ad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17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19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21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2:59:02.158" v="1762" actId="26606"/>
          <ac:spMkLst>
            <pc:docMk/>
            <pc:sldMk cId="0" sldId="258"/>
            <ac:spMk id="23" creationId="{7F488E8B-4E1E-4402-8935-D4E6C02615C7}"/>
          </ac:spMkLst>
        </pc:spChg>
        <pc:cxnChg chg="add">
          <ac:chgData name="Brij Kishor" userId="1fa19fea-0850-4853-853b-4219bbb567e5" providerId="ADAL" clId="{E74B0354-284E-5A9E-93A0-7F6496D2B455}" dt="2025-11-01T12:59:02.158" v="1762" actId="26606"/>
          <ac:cxnSpMkLst>
            <pc:docMk/>
            <pc:sldMk cId="0" sldId="258"/>
            <ac:cxnSpMk id="25" creationId="{23AAC9B5-8015-485C-ACF9-A750390E9A56}"/>
          </ac:cxnSpMkLst>
        </pc:cxnChg>
      </pc:sldChg>
      <pc:sldChg chg="addSp delSp modSp mod">
        <pc:chgData name="Brij Kishor" userId="1fa19fea-0850-4853-853b-4219bbb567e5" providerId="ADAL" clId="{E74B0354-284E-5A9E-93A0-7F6496D2B455}" dt="2025-11-01T13:08:10.063" v="1790" actId="26606"/>
        <pc:sldMkLst>
          <pc:docMk/>
          <pc:sldMk cId="0" sldId="259"/>
        </pc:sldMkLst>
        <pc:spChg chg="mod">
          <ac:chgData name="Brij Kishor" userId="1fa19fea-0850-4853-853b-4219bbb567e5" providerId="ADAL" clId="{E74B0354-284E-5A9E-93A0-7F6496D2B455}" dt="2025-11-01T13:08:10.058" v="1789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Brij Kishor" userId="1fa19fea-0850-4853-853b-4219bbb567e5" providerId="ADAL" clId="{E74B0354-284E-5A9E-93A0-7F6496D2B455}" dt="2025-11-01T13:07:57.723" v="1786" actId="26606"/>
          <ac:spMkLst>
            <pc:docMk/>
            <pc:sldMk cId="0" sldId="259"/>
            <ac:spMk id="8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3:07:57.723" v="1786" actId="26606"/>
          <ac:spMkLst>
            <pc:docMk/>
            <pc:sldMk cId="0" sldId="259"/>
            <ac:spMk id="10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07:57.723" v="1786" actId="26606"/>
          <ac:spMkLst>
            <pc:docMk/>
            <pc:sldMk cId="0" sldId="259"/>
            <ac:spMk id="12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3:07:57.717" v="1785" actId="26606"/>
          <ac:spMkLst>
            <pc:docMk/>
            <pc:sldMk cId="0" sldId="259"/>
            <ac:spMk id="19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3:07:57.717" v="1785" actId="26606"/>
          <ac:spMkLst>
            <pc:docMk/>
            <pc:sldMk cId="0" sldId="259"/>
            <ac:spMk id="21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07:57.717" v="1785" actId="26606"/>
          <ac:spMkLst>
            <pc:docMk/>
            <pc:sldMk cId="0" sldId="259"/>
            <ac:spMk id="23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28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29" creationId="{A4026A73-1F7F-49F2-B319-8CA3B3D53269}"/>
          </ac:spMkLst>
        </pc:spChg>
        <pc:spChg chg="add del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30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31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3:08:10.058" v="1789" actId="26606"/>
          <ac:spMkLst>
            <pc:docMk/>
            <pc:sldMk cId="0" sldId="259"/>
            <ac:spMk id="36" creationId="{3AD318CC-E2A8-4E27-9548-A047A78999B1}"/>
          </ac:spMkLst>
        </pc:spChg>
        <pc:spChg chg="add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40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08:10.058" v="1789" actId="26606"/>
          <ac:spMkLst>
            <pc:docMk/>
            <pc:sldMk cId="0" sldId="259"/>
            <ac:spMk id="42" creationId="{2C1BBA94-3F40-40AA-8BB9-E69E25E537C1}"/>
          </ac:spMkLst>
        </pc:spChg>
        <pc:spChg chg="add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45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46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8:10.063" v="1790" actId="26606"/>
          <ac:spMkLst>
            <pc:docMk/>
            <pc:sldMk cId="0" sldId="259"/>
            <ac:spMk id="47" creationId="{7F488E8B-4E1E-4402-8935-D4E6C02615C7}"/>
          </ac:spMkLst>
        </pc:spChg>
        <pc:grpChg chg="add del">
          <ac:chgData name="Brij Kishor" userId="1fa19fea-0850-4853-853b-4219bbb567e5" providerId="ADAL" clId="{E74B0354-284E-5A9E-93A0-7F6496D2B455}" dt="2025-11-01T13:08:10.058" v="1789" actId="26606"/>
          <ac:grpSpMkLst>
            <pc:docMk/>
            <pc:sldMk cId="0" sldId="259"/>
            <ac:grpSpMk id="38" creationId="{B14B560F-9DD7-4302-A60B-EBD3EF59B073}"/>
          </ac:grpSpMkLst>
        </pc:grpChg>
        <pc:cxnChg chg="add del">
          <ac:chgData name="Brij Kishor" userId="1fa19fea-0850-4853-853b-4219bbb567e5" providerId="ADAL" clId="{E74B0354-284E-5A9E-93A0-7F6496D2B455}" dt="2025-11-01T13:07:57.717" v="1785" actId="26606"/>
          <ac:cxnSpMkLst>
            <pc:docMk/>
            <pc:sldMk cId="0" sldId="259"/>
            <ac:cxnSpMk id="14" creationId="{23AAC9B5-8015-485C-ACF9-A750390E9A56}"/>
          </ac:cxnSpMkLst>
        </pc:cxnChg>
        <pc:cxnChg chg="add del">
          <ac:chgData name="Brij Kishor" userId="1fa19fea-0850-4853-853b-4219bbb567e5" providerId="ADAL" clId="{E74B0354-284E-5A9E-93A0-7F6496D2B455}" dt="2025-11-01T13:07:57.717" v="1785" actId="26606"/>
          <ac:cxnSpMkLst>
            <pc:docMk/>
            <pc:sldMk cId="0" sldId="259"/>
            <ac:cxnSpMk id="25" creationId="{23AAC9B5-8015-485C-ACF9-A750390E9A56}"/>
          </ac:cxnSpMkLst>
        </pc:cxnChg>
        <pc:cxnChg chg="add del">
          <ac:chgData name="Brij Kishor" userId="1fa19fea-0850-4853-853b-4219bbb567e5" providerId="ADAL" clId="{E74B0354-284E-5A9E-93A0-7F6496D2B455}" dt="2025-11-01T13:08:10.058" v="1789" actId="26606"/>
          <ac:cxnSpMkLst>
            <pc:docMk/>
            <pc:sldMk cId="0" sldId="259"/>
            <ac:cxnSpMk id="27" creationId="{23AAC9B5-8015-485C-ACF9-A750390E9A56}"/>
          </ac:cxnSpMkLst>
        </pc:cxnChg>
        <pc:cxnChg chg="add">
          <ac:chgData name="Brij Kishor" userId="1fa19fea-0850-4853-853b-4219bbb567e5" providerId="ADAL" clId="{E74B0354-284E-5A9E-93A0-7F6496D2B455}" dt="2025-11-01T13:08:10.063" v="1790" actId="26606"/>
          <ac:cxnSpMkLst>
            <pc:docMk/>
            <pc:sldMk cId="0" sldId="259"/>
            <ac:cxnSpMk id="44" creationId="{23AAC9B5-8015-485C-ACF9-A750390E9A56}"/>
          </ac:cxnSpMkLst>
        </pc:cxnChg>
      </pc:sldChg>
      <pc:sldChg chg="modSp mod">
        <pc:chgData name="Brij Kishor" userId="1fa19fea-0850-4853-853b-4219bbb567e5" providerId="ADAL" clId="{E74B0354-284E-5A9E-93A0-7F6496D2B455}" dt="2025-11-01T12:40:57.482" v="1743" actId="20577"/>
        <pc:sldMkLst>
          <pc:docMk/>
          <pc:sldMk cId="0" sldId="260"/>
        </pc:sldMkLst>
        <pc:spChg chg="mod">
          <ac:chgData name="Brij Kishor" userId="1fa19fea-0850-4853-853b-4219bbb567e5" providerId="ADAL" clId="{E74B0354-284E-5A9E-93A0-7F6496D2B455}" dt="2025-11-01T12:40:57.482" v="1743" actId="20577"/>
          <ac:spMkLst>
            <pc:docMk/>
            <pc:sldMk cId="0" sldId="260"/>
            <ac:spMk id="3" creationId="{00000000-0000-0000-0000-000000000000}"/>
          </ac:spMkLst>
        </pc:spChg>
      </pc:sldChg>
      <pc:sldChg chg="del">
        <pc:chgData name="Brij Kishor" userId="1fa19fea-0850-4853-853b-4219bbb567e5" providerId="ADAL" clId="{E74B0354-284E-5A9E-93A0-7F6496D2B455}" dt="2025-11-01T12:42:09.586" v="1745" actId="2696"/>
        <pc:sldMkLst>
          <pc:docMk/>
          <pc:sldMk cId="0" sldId="261"/>
        </pc:sldMkLst>
      </pc:sldChg>
      <pc:sldChg chg="addSp delSp modSp mod">
        <pc:chgData name="Brij Kishor" userId="1fa19fea-0850-4853-853b-4219bbb567e5" providerId="ADAL" clId="{E74B0354-284E-5A9E-93A0-7F6496D2B455}" dt="2025-11-01T13:09:52.003" v="1800" actId="26606"/>
        <pc:sldMkLst>
          <pc:docMk/>
          <pc:sldMk cId="0" sldId="262"/>
        </pc:sldMkLst>
        <pc:spChg chg="mod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3" creationId="{00000000-0000-0000-0000-000000000000}"/>
          </ac:spMkLst>
        </pc:spChg>
        <pc:spChg chg="del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8" creationId="{DEE2AD96-B495-4E06-9291-B71706F728CB}"/>
          </ac:spMkLst>
        </pc:spChg>
        <pc:spChg chg="del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12" creationId="{86909FA0-B515-4681-B7A8-FA281D133B94}"/>
          </ac:spMkLst>
        </pc:spChg>
        <pc:spChg chg="del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16" creationId="{7D96243B-ECED-4B71-8E06-AE9A285EAD20}"/>
          </ac:spMkLst>
        </pc:spChg>
        <pc:spChg chg="del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26" creationId="{21C9FE86-FCC3-4A31-AA1C-C882262B7FE7}"/>
          </ac:spMkLst>
        </pc:spChg>
        <pc:spChg chg="del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27" creationId="{A09989E4-EFDC-4A90-A633-E0525FB4139E}"/>
          </ac:spMkLst>
        </pc:spChg>
        <pc:spChg chg="add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32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34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9:52.003" v="1800" actId="26606"/>
          <ac:spMkLst>
            <pc:docMk/>
            <pc:sldMk cId="0" sldId="262"/>
            <ac:spMk id="36" creationId="{5298780A-33B9-4EA2-8F67-DE68AD62841B}"/>
          </ac:spMkLst>
        </pc:spChg>
      </pc:sldChg>
      <pc:sldChg chg="addSp delSp modSp del mod">
        <pc:chgData name="Brij Kishor" userId="1fa19fea-0850-4853-853b-4219bbb567e5" providerId="ADAL" clId="{E74B0354-284E-5A9E-93A0-7F6496D2B455}" dt="2025-11-01T13:46:12.975" v="2091" actId="2696"/>
        <pc:sldMkLst>
          <pc:docMk/>
          <pc:sldMk cId="0" sldId="264"/>
        </pc:sldMkLst>
        <pc:spChg chg="mod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3" creationId="{00000000-0000-0000-0000-000000000000}"/>
          </ac:spMkLst>
        </pc:spChg>
        <pc:spChg chg="del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30" creationId="{ED888B23-07FA-482A-96DF-47E31AF1A603}"/>
          </ac:spMkLst>
        </pc:spChg>
        <pc:spChg chg="del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31" creationId="{5C8908E2-EE49-44D2-9428-A28D2312A8D5}"/>
          </ac:spMkLst>
        </pc:spChg>
        <pc:spChg chg="del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34" creationId="{BD92035A-AA2F-4CD8-A556-1CE8BDEC75BD}"/>
          </ac:spMkLst>
        </pc:spChg>
        <pc:spChg chg="add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39" creationId="{9D25F302-27C5-414F-97F8-6EA0A6C028BA}"/>
          </ac:spMkLst>
        </pc:spChg>
        <pc:spChg chg="add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41" creationId="{830A36F8-48C2-4842-A87B-8CE8DF4E7FD2}"/>
          </ac:spMkLst>
        </pc:spChg>
        <pc:spChg chg="add">
          <ac:chgData name="Brij Kishor" userId="1fa19fea-0850-4853-853b-4219bbb567e5" providerId="ADAL" clId="{E74B0354-284E-5A9E-93A0-7F6496D2B455}" dt="2025-11-01T13:11:10.838" v="1812" actId="26606"/>
          <ac:spMkLst>
            <pc:docMk/>
            <pc:sldMk cId="0" sldId="264"/>
            <ac:spMk id="43" creationId="{8F451A30-466B-4996-9BA5-CD6ABCC6D558}"/>
          </ac:spMkLst>
        </pc:spChg>
        <pc:grpChg chg="del">
          <ac:chgData name="Brij Kishor" userId="1fa19fea-0850-4853-853b-4219bbb567e5" providerId="ADAL" clId="{E74B0354-284E-5A9E-93A0-7F6496D2B455}" dt="2025-11-01T13:11:10.838" v="1812" actId="26606"/>
          <ac:grpSpMkLst>
            <pc:docMk/>
            <pc:sldMk cId="0" sldId="264"/>
            <ac:grpSpMk id="32" creationId="{5D1A9D8B-3117-4D9D-BDA4-DD81895098B0}"/>
          </ac:grpSpMkLst>
        </pc:grpChg>
        <pc:picChg chg="add mod">
          <ac:chgData name="Brij Kishor" userId="1fa19fea-0850-4853-853b-4219bbb567e5" providerId="ADAL" clId="{E74B0354-284E-5A9E-93A0-7F6496D2B455}" dt="2025-11-01T13:11:10.838" v="1812" actId="26606"/>
          <ac:picMkLst>
            <pc:docMk/>
            <pc:sldMk cId="0" sldId="264"/>
            <ac:picMk id="6" creationId="{2A1D29B1-F30E-2E25-1C50-A732BDDB8E3A}"/>
          </ac:picMkLst>
        </pc:picChg>
      </pc:sldChg>
      <pc:sldChg chg="addSp delSp modSp mod">
        <pc:chgData name="Brij Kishor" userId="1fa19fea-0850-4853-853b-4219bbb567e5" providerId="ADAL" clId="{E74B0354-284E-5A9E-93A0-7F6496D2B455}" dt="2025-11-01T13:11:00.381" v="1811" actId="26606"/>
        <pc:sldMkLst>
          <pc:docMk/>
          <pc:sldMk cId="0" sldId="265"/>
        </pc:sldMkLst>
        <pc:spChg chg="mod">
          <ac:chgData name="Brij Kishor" userId="1fa19fea-0850-4853-853b-4219bbb567e5" providerId="ADAL" clId="{E74B0354-284E-5A9E-93A0-7F6496D2B455}" dt="2025-11-01T13:11:00.366" v="1810" actId="26606"/>
          <ac:spMkLst>
            <pc:docMk/>
            <pc:sldMk cId="0" sldId="265"/>
            <ac:spMk id="2" creationId="{00000000-0000-0000-0000-000000000000}"/>
          </ac:spMkLst>
        </pc:spChg>
        <pc:spChg chg="add del">
          <ac:chgData name="Brij Kishor" userId="1fa19fea-0850-4853-853b-4219bbb567e5" providerId="ADAL" clId="{E74B0354-284E-5A9E-93A0-7F6496D2B455}" dt="2025-11-01T13:11:00.381" v="1811" actId="26606"/>
          <ac:spMkLst>
            <pc:docMk/>
            <pc:sldMk cId="0" sldId="265"/>
            <ac:spMk id="23" creationId="{B50AB553-2A96-4A92-96F2-93548E096954}"/>
          </ac:spMkLst>
        </pc:spChg>
        <pc:spChg chg="add del">
          <ac:chgData name="Brij Kishor" userId="1fa19fea-0850-4853-853b-4219bbb567e5" providerId="ADAL" clId="{E74B0354-284E-5A9E-93A0-7F6496D2B455}" dt="2025-11-01T13:11:00.366" v="1810" actId="26606"/>
          <ac:spMkLst>
            <pc:docMk/>
            <pc:sldMk cId="0" sldId="265"/>
            <ac:spMk id="29" creationId="{9D25F302-27C5-414F-97F8-6EA0A6C028BA}"/>
          </ac:spMkLst>
        </pc:spChg>
        <pc:spChg chg="add del">
          <ac:chgData name="Brij Kishor" userId="1fa19fea-0850-4853-853b-4219bbb567e5" providerId="ADAL" clId="{E74B0354-284E-5A9E-93A0-7F6496D2B455}" dt="2025-11-01T13:11:00.366" v="1810" actId="26606"/>
          <ac:spMkLst>
            <pc:docMk/>
            <pc:sldMk cId="0" sldId="265"/>
            <ac:spMk id="31" creationId="{830A36F8-48C2-4842-A87B-8CE8DF4E7FD2}"/>
          </ac:spMkLst>
        </pc:spChg>
        <pc:spChg chg="add del">
          <ac:chgData name="Brij Kishor" userId="1fa19fea-0850-4853-853b-4219bbb567e5" providerId="ADAL" clId="{E74B0354-284E-5A9E-93A0-7F6496D2B455}" dt="2025-11-01T13:11:00.366" v="1810" actId="26606"/>
          <ac:spMkLst>
            <pc:docMk/>
            <pc:sldMk cId="0" sldId="265"/>
            <ac:spMk id="33" creationId="{8F451A30-466B-4996-9BA5-CD6ABCC6D558}"/>
          </ac:spMkLst>
        </pc:spChg>
        <pc:spChg chg="add">
          <ac:chgData name="Brij Kishor" userId="1fa19fea-0850-4853-853b-4219bbb567e5" providerId="ADAL" clId="{E74B0354-284E-5A9E-93A0-7F6496D2B455}" dt="2025-11-01T13:11:00.381" v="1811" actId="26606"/>
          <ac:spMkLst>
            <pc:docMk/>
            <pc:sldMk cId="0" sldId="265"/>
            <ac:spMk id="35" creationId="{B50AB553-2A96-4A92-96F2-93548E096954}"/>
          </ac:spMkLst>
        </pc:spChg>
        <pc:graphicFrameChg chg="add del mod">
          <ac:chgData name="Brij Kishor" userId="1fa19fea-0850-4853-853b-4219bbb567e5" providerId="ADAL" clId="{E74B0354-284E-5A9E-93A0-7F6496D2B455}" dt="2025-11-01T13:11:00.381" v="1811" actId="26606"/>
          <ac:graphicFrameMkLst>
            <pc:docMk/>
            <pc:sldMk cId="0" sldId="265"/>
            <ac:graphicFrameMk id="18" creationId="{AEE050D2-B258-8295-FB3B-2528DC04AC8C}"/>
          </ac:graphicFrameMkLst>
        </pc:graphicFrameChg>
        <pc:graphicFrameChg chg="add del">
          <ac:chgData name="Brij Kishor" userId="1fa19fea-0850-4853-853b-4219bbb567e5" providerId="ADAL" clId="{E74B0354-284E-5A9E-93A0-7F6496D2B455}" dt="2025-11-01T13:11:00.366" v="1810" actId="26606"/>
          <ac:graphicFrameMkLst>
            <pc:docMk/>
            <pc:sldMk cId="0" sldId="265"/>
            <ac:graphicFrameMk id="25" creationId="{F887F14C-C861-7D21-6872-45D78C55A61A}"/>
          </ac:graphicFrameMkLst>
        </pc:graphicFrameChg>
        <pc:graphicFrameChg chg="add">
          <ac:chgData name="Brij Kishor" userId="1fa19fea-0850-4853-853b-4219bbb567e5" providerId="ADAL" clId="{E74B0354-284E-5A9E-93A0-7F6496D2B455}" dt="2025-11-01T13:11:00.381" v="1811" actId="26606"/>
          <ac:graphicFrameMkLst>
            <pc:docMk/>
            <pc:sldMk cId="0" sldId="265"/>
            <ac:graphicFrameMk id="36" creationId="{1CFFAADE-72A7-469A-330C-575B9B1A5049}"/>
          </ac:graphicFrameMkLst>
        </pc:graphicFrameChg>
        <pc:picChg chg="mod ord">
          <ac:chgData name="Brij Kishor" userId="1fa19fea-0850-4853-853b-4219bbb567e5" providerId="ADAL" clId="{E74B0354-284E-5A9E-93A0-7F6496D2B455}" dt="2025-11-01T13:11:00.381" v="1811" actId="26606"/>
          <ac:picMkLst>
            <pc:docMk/>
            <pc:sldMk cId="0" sldId="265"/>
            <ac:picMk id="19" creationId="{477522D4-49D8-A6CA-A4CC-65E1A32719C5}"/>
          </ac:picMkLst>
        </pc:picChg>
      </pc:sldChg>
      <pc:sldChg chg="addSp delSp modSp mod">
        <pc:chgData name="Brij Kishor" userId="1fa19fea-0850-4853-853b-4219bbb567e5" providerId="ADAL" clId="{E74B0354-284E-5A9E-93A0-7F6496D2B455}" dt="2025-11-01T13:10:15.784" v="1805" actId="26606"/>
        <pc:sldMkLst>
          <pc:docMk/>
          <pc:sldMk cId="0" sldId="266"/>
        </pc:sldMkLst>
        <pc:spChg chg="mo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3" creationId="{00000000-0000-0000-0000-000000000000}"/>
          </ac:spMkLst>
        </pc:spChg>
        <pc:spChg chg="del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21" creationId="{3AD318CC-E2A8-4E27-9548-A047A78999B1}"/>
          </ac:spMkLst>
        </pc:spChg>
        <pc:spChg chg="del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27" creationId="{2C1BBA94-3F40-40AA-8BB9-E69E25E537C1}"/>
          </ac:spMkLst>
        </pc:spChg>
        <pc:spChg chg="ad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32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34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36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0:15.784" v="1805" actId="26606"/>
          <ac:spMkLst>
            <pc:docMk/>
            <pc:sldMk cId="0" sldId="266"/>
            <ac:spMk id="38" creationId="{7F488E8B-4E1E-4402-8935-D4E6C02615C7}"/>
          </ac:spMkLst>
        </pc:spChg>
        <pc:grpChg chg="del">
          <ac:chgData name="Brij Kishor" userId="1fa19fea-0850-4853-853b-4219bbb567e5" providerId="ADAL" clId="{E74B0354-284E-5A9E-93A0-7F6496D2B455}" dt="2025-11-01T13:10:15.784" v="1805" actId="26606"/>
          <ac:grpSpMkLst>
            <pc:docMk/>
            <pc:sldMk cId="0" sldId="266"/>
            <ac:grpSpMk id="23" creationId="{B14B560F-9DD7-4302-A60B-EBD3EF59B073}"/>
          </ac:grpSpMkLst>
        </pc:grpChg>
        <pc:cxnChg chg="add">
          <ac:chgData name="Brij Kishor" userId="1fa19fea-0850-4853-853b-4219bbb567e5" providerId="ADAL" clId="{E74B0354-284E-5A9E-93A0-7F6496D2B455}" dt="2025-11-01T13:10:15.784" v="1805" actId="26606"/>
          <ac:cxnSpMkLst>
            <pc:docMk/>
            <pc:sldMk cId="0" sldId="266"/>
            <ac:cxnSpMk id="40" creationId="{23AAC9B5-8015-485C-ACF9-A750390E9A56}"/>
          </ac:cxnSpMkLst>
        </pc:cxnChg>
      </pc:sldChg>
      <pc:sldChg chg="del">
        <pc:chgData name="Brij Kishor" userId="1fa19fea-0850-4853-853b-4219bbb567e5" providerId="ADAL" clId="{E74B0354-284E-5A9E-93A0-7F6496D2B455}" dt="2025-11-01T12:01:05.154" v="1533" actId="2696"/>
        <pc:sldMkLst>
          <pc:docMk/>
          <pc:sldMk cId="1743787924" sldId="269"/>
        </pc:sldMkLst>
      </pc:sldChg>
      <pc:sldChg chg="addSp delSp modSp del mod setBg">
        <pc:chgData name="Brij Kishor" userId="1fa19fea-0850-4853-853b-4219bbb567e5" providerId="ADAL" clId="{E74B0354-284E-5A9E-93A0-7F6496D2B455}" dt="2025-11-01T13:37:41.592" v="1944" actId="2696"/>
        <pc:sldMkLst>
          <pc:docMk/>
          <pc:sldMk cId="66033568" sldId="270"/>
        </pc:sldMkLst>
        <pc:spChg chg="mod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2" creationId="{F1BDE174-7A69-7B0D-2769-DB28BBF7B8A4}"/>
          </ac:spMkLst>
        </pc:spChg>
        <pc:spChg chg="mod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3" creationId="{5D8E8615-E910-12D0-2D15-CBCBD92CABAF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8" creationId="{09588DA8-065E-4F6F-8EFD-43104AB2E0CF}"/>
          </ac:spMkLst>
        </pc:spChg>
        <pc:spChg chg="add del">
          <ac:chgData name="Brij Kishor" userId="1fa19fea-0850-4853-853b-4219bbb567e5" providerId="ADAL" clId="{E74B0354-284E-5A9E-93A0-7F6496D2B455}" dt="2025-11-01T12:06:13.694" v="1536" actId="26606"/>
          <ac:spMkLst>
            <pc:docMk/>
            <pc:sldMk cId="66033568" sldId="270"/>
            <ac:spMk id="9" creationId="{3ECBE1F1-D69B-4AFA-ABD5-8E41720EF6DE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10" creationId="{C4285719-470E-454C-AF62-8323075F1F5B}"/>
          </ac:spMkLst>
        </pc:spChg>
        <pc:spChg chg="add del">
          <ac:chgData name="Brij Kishor" userId="1fa19fea-0850-4853-853b-4219bbb567e5" providerId="ADAL" clId="{E74B0354-284E-5A9E-93A0-7F6496D2B455}" dt="2025-11-01T12:06:13.694" v="1536" actId="26606"/>
          <ac:spMkLst>
            <pc:docMk/>
            <pc:sldMk cId="66033568" sldId="270"/>
            <ac:spMk id="11" creationId="{603A6265-E10C-4B85-9C20-E75FCAF9CC63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12" creationId="{CD9FE4EF-C4D8-49A0-B2FF-81D8DB7D8A24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14" creationId="{4300840D-0A0B-4512-BACA-B439D5B9C57C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16" creationId="{D2B78728-A580-49A7-84F9-6EF6F583ADE0}"/>
          </ac:spMkLst>
        </pc:spChg>
        <pc:spChg chg="add">
          <ac:chgData name="Brij Kishor" userId="1fa19fea-0850-4853-853b-4219bbb567e5" providerId="ADAL" clId="{E74B0354-284E-5A9E-93A0-7F6496D2B455}" dt="2025-11-01T12:06:13.699" v="1537" actId="26606"/>
          <ac:spMkLst>
            <pc:docMk/>
            <pc:sldMk cId="66033568" sldId="270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20" creationId="{8D71EDA1-87BF-4D5D-AB79-F346FD19278A}"/>
          </ac:spMkLst>
        </pc:spChg>
        <pc:spChg chg="add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27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6:01.221" v="1778" actId="26606"/>
          <ac:spMkLst>
            <pc:docMk/>
            <pc:sldMk cId="66033568" sldId="270"/>
            <ac:spMk id="29" creationId="{5298780A-33B9-4EA2-8F67-DE68AD62841B}"/>
          </ac:spMkLst>
        </pc:spChg>
        <pc:picChg chg="add del">
          <ac:chgData name="Brij Kishor" userId="1fa19fea-0850-4853-853b-4219bbb567e5" providerId="ADAL" clId="{E74B0354-284E-5A9E-93A0-7F6496D2B455}" dt="2025-11-01T12:06:13.694" v="1536" actId="26606"/>
          <ac:picMkLst>
            <pc:docMk/>
            <pc:sldMk cId="66033568" sldId="270"/>
            <ac:picMk id="5" creationId="{E4F7277D-A3AC-DE5B-D123-2575B78D16A0}"/>
          </ac:picMkLst>
        </pc:picChg>
      </pc:sldChg>
      <pc:sldChg chg="addSp delSp modSp del mod setBg">
        <pc:chgData name="Brij Kishor" userId="1fa19fea-0850-4853-853b-4219bbb567e5" providerId="ADAL" clId="{E74B0354-284E-5A9E-93A0-7F6496D2B455}" dt="2025-11-01T13:38:31.268" v="1947" actId="2696"/>
        <pc:sldMkLst>
          <pc:docMk/>
          <pc:sldMk cId="2601278296" sldId="271"/>
        </pc:sldMkLst>
        <pc:spChg chg="del mod">
          <ac:chgData name="Brij Kishor" userId="1fa19fea-0850-4853-853b-4219bbb567e5" providerId="ADAL" clId="{E74B0354-284E-5A9E-93A0-7F6496D2B455}" dt="2025-11-01T13:21:03.450" v="1857" actId="478"/>
          <ac:spMkLst>
            <pc:docMk/>
            <pc:sldMk cId="2601278296" sldId="271"/>
            <ac:spMk id="2" creationId="{4E82848F-CBF3-3AD2-3F1F-044E9058A82E}"/>
          </ac:spMkLst>
        </pc:spChg>
        <pc:spChg chg="del mod">
          <ac:chgData name="Brij Kishor" userId="1fa19fea-0850-4853-853b-4219bbb567e5" providerId="ADAL" clId="{E74B0354-284E-5A9E-93A0-7F6496D2B455}" dt="2025-11-01T13:33:32.945" v="1905" actId="478"/>
          <ac:spMkLst>
            <pc:docMk/>
            <pc:sldMk cId="2601278296" sldId="271"/>
            <ac:spMk id="3" creationId="{D9087D4C-4BB1-F333-2C99-7DF00CA25224}"/>
          </ac:spMkLst>
        </pc:spChg>
        <pc:spChg chg="add del mod">
          <ac:chgData name="Brij Kishor" userId="1fa19fea-0850-4853-853b-4219bbb567e5" providerId="ADAL" clId="{E74B0354-284E-5A9E-93A0-7F6496D2B455}" dt="2025-11-01T13:21:22.797" v="1863"/>
          <ac:spMkLst>
            <pc:docMk/>
            <pc:sldMk cId="2601278296" sldId="271"/>
            <ac:spMk id="4" creationId="{2687BAA8-4812-07A3-3DAE-E169C225C350}"/>
          </ac:spMkLst>
        </pc:spChg>
        <pc:spChg chg="add del mod">
          <ac:chgData name="Brij Kishor" userId="1fa19fea-0850-4853-853b-4219bbb567e5" providerId="ADAL" clId="{E74B0354-284E-5A9E-93A0-7F6496D2B455}" dt="2025-11-01T13:21:22.235" v="1861"/>
          <ac:spMkLst>
            <pc:docMk/>
            <pc:sldMk cId="2601278296" sldId="271"/>
            <ac:spMk id="5" creationId="{C7CEB965-4A43-1F7F-7597-C2627DCEB95B}"/>
          </ac:spMkLst>
        </pc:spChg>
        <pc:spChg chg="add del mod">
          <ac:chgData name="Brij Kishor" userId="1fa19fea-0850-4853-853b-4219bbb567e5" providerId="ADAL" clId="{E74B0354-284E-5A9E-93A0-7F6496D2B455}" dt="2025-11-01T13:21:28.221" v="1866"/>
          <ac:spMkLst>
            <pc:docMk/>
            <pc:sldMk cId="2601278296" sldId="271"/>
            <ac:spMk id="6" creationId="{2E281220-E6F3-0509-6460-27D5FA22A633}"/>
          </ac:spMkLst>
        </pc:spChg>
        <pc:spChg chg="add del mod">
          <ac:chgData name="Brij Kishor" userId="1fa19fea-0850-4853-853b-4219bbb567e5" providerId="ADAL" clId="{E74B0354-284E-5A9E-93A0-7F6496D2B455}" dt="2025-11-01T13:22:40.154" v="1883"/>
          <ac:spMkLst>
            <pc:docMk/>
            <pc:sldMk cId="2601278296" sldId="271"/>
            <ac:spMk id="7" creationId="{F15A4592-0D11-B183-BAFF-BEAB34B443CD}"/>
          </ac:spMkLst>
        </pc:spChg>
        <pc:spChg chg="add del">
          <ac:chgData name="Brij Kishor" userId="1fa19fea-0850-4853-853b-4219bbb567e5" providerId="ADAL" clId="{E74B0354-284E-5A9E-93A0-7F6496D2B455}" dt="2025-11-01T13:06:08.075" v="1779" actId="26606"/>
          <ac:spMkLst>
            <pc:docMk/>
            <pc:sldMk cId="2601278296" sldId="271"/>
            <ac:spMk id="8" creationId="{09588DA8-065E-4F6F-8EFD-43104AB2E0CF}"/>
          </ac:spMkLst>
        </pc:spChg>
        <pc:spChg chg="add mod">
          <ac:chgData name="Brij Kishor" userId="1fa19fea-0850-4853-853b-4219bbb567e5" providerId="ADAL" clId="{E74B0354-284E-5A9E-93A0-7F6496D2B455}" dt="2025-11-01T13:33:19.668" v="1901"/>
          <ac:spMkLst>
            <pc:docMk/>
            <pc:sldMk cId="2601278296" sldId="271"/>
            <ac:spMk id="9" creationId="{D86DD049-F9E2-FA5F-9581-039C0EADAB7A}"/>
          </ac:spMkLst>
        </pc:spChg>
        <pc:spChg chg="add">
          <ac:chgData name="Brij Kishor" userId="1fa19fea-0850-4853-853b-4219bbb567e5" providerId="ADAL" clId="{E74B0354-284E-5A9E-93A0-7F6496D2B455}" dt="2025-11-01T12:06:38.138" v="1538" actId="26606"/>
          <ac:spMkLst>
            <pc:docMk/>
            <pc:sldMk cId="2601278296" sldId="271"/>
            <ac:spMk id="10" creationId="{C4285719-470E-454C-AF62-8323075F1F5B}"/>
          </ac:spMkLst>
        </pc:spChg>
        <pc:spChg chg="add mod">
          <ac:chgData name="Brij Kishor" userId="1fa19fea-0850-4853-853b-4219bbb567e5" providerId="ADAL" clId="{E74B0354-284E-5A9E-93A0-7F6496D2B455}" dt="2025-11-01T13:38:14.287" v="1946"/>
          <ac:spMkLst>
            <pc:docMk/>
            <pc:sldMk cId="2601278296" sldId="271"/>
            <ac:spMk id="11" creationId="{32447B96-A521-27AD-E350-2D257E719D1B}"/>
          </ac:spMkLst>
        </pc:spChg>
        <pc:spChg chg="add">
          <ac:chgData name="Brij Kishor" userId="1fa19fea-0850-4853-853b-4219bbb567e5" providerId="ADAL" clId="{E74B0354-284E-5A9E-93A0-7F6496D2B455}" dt="2025-11-01T12:06:38.138" v="1538" actId="26606"/>
          <ac:spMkLst>
            <pc:docMk/>
            <pc:sldMk cId="2601278296" sldId="271"/>
            <ac:spMk id="12" creationId="{CD9FE4EF-C4D8-49A0-B2FF-81D8DB7D8A24}"/>
          </ac:spMkLst>
        </pc:spChg>
        <pc:spChg chg="add del">
          <ac:chgData name="Brij Kishor" userId="1fa19fea-0850-4853-853b-4219bbb567e5" providerId="ADAL" clId="{E74B0354-284E-5A9E-93A0-7F6496D2B455}" dt="2025-11-01T13:06:08.075" v="1779" actId="26606"/>
          <ac:spMkLst>
            <pc:docMk/>
            <pc:sldMk cId="2601278296" sldId="271"/>
            <ac:spMk id="14" creationId="{4300840D-0A0B-4512-BACA-B439D5B9C57C}"/>
          </ac:spMkLst>
        </pc:spChg>
        <pc:spChg chg="add">
          <ac:chgData name="Brij Kishor" userId="1fa19fea-0850-4853-853b-4219bbb567e5" providerId="ADAL" clId="{E74B0354-284E-5A9E-93A0-7F6496D2B455}" dt="2025-11-01T12:06:38.138" v="1538" actId="26606"/>
          <ac:spMkLst>
            <pc:docMk/>
            <pc:sldMk cId="2601278296" sldId="271"/>
            <ac:spMk id="16" creationId="{D2B78728-A580-49A7-84F9-6EF6F583ADE0}"/>
          </ac:spMkLst>
        </pc:spChg>
        <pc:spChg chg="add del">
          <ac:chgData name="Brij Kishor" userId="1fa19fea-0850-4853-853b-4219bbb567e5" providerId="ADAL" clId="{E74B0354-284E-5A9E-93A0-7F6496D2B455}" dt="2025-11-01T13:06:08.075" v="1779" actId="26606"/>
          <ac:spMkLst>
            <pc:docMk/>
            <pc:sldMk cId="2601278296" sldId="271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06:08.075" v="1779" actId="26606"/>
          <ac:spMkLst>
            <pc:docMk/>
            <pc:sldMk cId="2601278296" sldId="271"/>
            <ac:spMk id="20" creationId="{8D71EDA1-87BF-4D5D-AB79-F346FD19278A}"/>
          </ac:spMkLst>
        </pc:spChg>
        <pc:spChg chg="add del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25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27" creationId="{A4026A73-1F7F-49F2-B319-8CA3B3D53269}"/>
          </ac:spMkLst>
        </pc:spChg>
        <pc:spChg chg="add del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29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31" creationId="{7F488E8B-4E1E-4402-8935-D4E6C02615C7}"/>
          </ac:spMkLst>
        </pc:spChg>
        <pc:spChg chg="add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3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40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21:51.978" v="1868" actId="26606"/>
          <ac:spMkLst>
            <pc:docMk/>
            <pc:sldMk cId="2601278296" sldId="271"/>
            <ac:spMk id="42" creationId="{7F488E8B-4E1E-4402-8935-D4E6C02615C7}"/>
          </ac:spMkLst>
        </pc:spChg>
        <pc:cxnChg chg="del">
          <ac:chgData name="Brij Kishor" userId="1fa19fea-0850-4853-853b-4219bbb567e5" providerId="ADAL" clId="{E74B0354-284E-5A9E-93A0-7F6496D2B455}" dt="2025-11-01T13:21:51.978" v="1868" actId="26606"/>
          <ac:cxnSpMkLst>
            <pc:docMk/>
            <pc:sldMk cId="2601278296" sldId="271"/>
            <ac:cxnSpMk id="33" creationId="{23AAC9B5-8015-485C-ACF9-A750390E9A56}"/>
          </ac:cxnSpMkLst>
        </pc:cxnChg>
      </pc:sldChg>
      <pc:sldChg chg="del">
        <pc:chgData name="Brij Kishor" userId="1fa19fea-0850-4853-853b-4219bbb567e5" providerId="ADAL" clId="{E74B0354-284E-5A9E-93A0-7F6496D2B455}" dt="2025-11-01T12:04:47.623" v="1534" actId="2696"/>
        <pc:sldMkLst>
          <pc:docMk/>
          <pc:sldMk cId="4127708125" sldId="273"/>
        </pc:sldMkLst>
      </pc:sldChg>
      <pc:sldChg chg="addSp delSp modSp del mod ord setBg">
        <pc:chgData name="Brij Kishor" userId="1fa19fea-0850-4853-853b-4219bbb567e5" providerId="ADAL" clId="{E74B0354-284E-5A9E-93A0-7F6496D2B455}" dt="2025-11-01T13:36:12.416" v="1940" actId="2696"/>
        <pc:sldMkLst>
          <pc:docMk/>
          <pc:sldMk cId="3428760411" sldId="274"/>
        </pc:sldMkLst>
        <pc:spChg chg="mod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2" creationId="{E74B37E6-7060-12A0-E5B0-85158EC6A77F}"/>
          </ac:spMkLst>
        </pc:spChg>
        <pc:spChg chg="mod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3" creationId="{61B826E3-7DE9-940A-390D-1D982D233140}"/>
          </ac:spMkLst>
        </pc:spChg>
        <pc:spChg chg="add del">
          <ac:chgData name="Brij Kishor" userId="1fa19fea-0850-4853-853b-4219bbb567e5" providerId="ADAL" clId="{E74B0354-284E-5A9E-93A0-7F6496D2B455}" dt="2025-11-01T12:13:14.655" v="1601" actId="26606"/>
          <ac:spMkLst>
            <pc:docMk/>
            <pc:sldMk cId="3428760411" sldId="274"/>
            <ac:spMk id="8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2:13:14.655" v="1601" actId="26606"/>
          <ac:spMkLst>
            <pc:docMk/>
            <pc:sldMk cId="3428760411" sldId="274"/>
            <ac:spMk id="10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2:13:14.655" v="1601" actId="26606"/>
          <ac:spMkLst>
            <pc:docMk/>
            <pc:sldMk cId="3428760411" sldId="274"/>
            <ac:spMk id="12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3:10:28.734" v="1807" actId="26606"/>
          <ac:spMkLst>
            <pc:docMk/>
            <pc:sldMk cId="3428760411" sldId="274"/>
            <ac:spMk id="16" creationId="{6AB33354-5302-409E-90BF-4E7A98AFB5C6}"/>
          </ac:spMkLst>
        </pc:spChg>
        <pc:spChg chg="add del">
          <ac:chgData name="Brij Kishor" userId="1fa19fea-0850-4853-853b-4219bbb567e5" providerId="ADAL" clId="{E74B0354-284E-5A9E-93A0-7F6496D2B455}" dt="2025-11-01T13:10:28.734" v="1807" actId="26606"/>
          <ac:spMkLst>
            <pc:docMk/>
            <pc:sldMk cId="3428760411" sldId="274"/>
            <ac:spMk id="19" creationId="{2C1BBA94-3F40-40AA-8BB9-E69E25E537C1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24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26" creationId="{A4026A73-1F7F-49F2-B319-8CA3B3D53269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28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30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37" creationId="{CB299CAB-C506-454B-90FC-4065728297D3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39" creationId="{C8D99311-F254-40F1-8AB5-EE3E7B9B6872}"/>
          </ac:spMkLst>
        </pc:spChg>
        <pc:spChg chg="add del">
          <ac:chgData name="Brij Kishor" userId="1fa19fea-0850-4853-853b-4219bbb567e5" providerId="ADAL" clId="{E74B0354-284E-5A9E-93A0-7F6496D2B455}" dt="2025-11-01T13:19:38.731" v="1854" actId="26606"/>
          <ac:spMkLst>
            <pc:docMk/>
            <pc:sldMk cId="3428760411" sldId="274"/>
            <ac:spMk id="41" creationId="{7D89E3CB-00ED-4691-9F0F-F23EA3564705}"/>
          </ac:spMkLst>
        </pc:spChg>
        <pc:grpChg chg="add del">
          <ac:chgData name="Brij Kishor" userId="1fa19fea-0850-4853-853b-4219bbb567e5" providerId="ADAL" clId="{E74B0354-284E-5A9E-93A0-7F6496D2B455}" dt="2025-11-01T13:10:28.734" v="1807" actId="26606"/>
          <ac:grpSpMkLst>
            <pc:docMk/>
            <pc:sldMk cId="3428760411" sldId="274"/>
            <ac:grpSpMk id="17" creationId="{0C66A8B6-1F6E-4FCC-93B9-B9986B6FD111}"/>
          </ac:grpSpMkLst>
        </pc:grpChg>
        <pc:cxnChg chg="add del">
          <ac:chgData name="Brij Kishor" userId="1fa19fea-0850-4853-853b-4219bbb567e5" providerId="ADAL" clId="{E74B0354-284E-5A9E-93A0-7F6496D2B455}" dt="2025-11-01T12:13:14.655" v="1601" actId="26606"/>
          <ac:cxnSpMkLst>
            <pc:docMk/>
            <pc:sldMk cId="3428760411" sldId="274"/>
            <ac:cxnSpMk id="14" creationId="{23AAC9B5-8015-485C-ACF9-A750390E9A56}"/>
          </ac:cxnSpMkLst>
        </pc:cxnChg>
        <pc:cxnChg chg="add del">
          <ac:chgData name="Brij Kishor" userId="1fa19fea-0850-4853-853b-4219bbb567e5" providerId="ADAL" clId="{E74B0354-284E-5A9E-93A0-7F6496D2B455}" dt="2025-11-01T13:19:38.731" v="1854" actId="26606"/>
          <ac:cxnSpMkLst>
            <pc:docMk/>
            <pc:sldMk cId="3428760411" sldId="274"/>
            <ac:cxnSpMk id="32" creationId="{23AAC9B5-8015-485C-ACF9-A750390E9A56}"/>
          </ac:cxnSpMkLst>
        </pc:cxnChg>
      </pc:sldChg>
      <pc:sldChg chg="addSp delSp modSp del mod setBg">
        <pc:chgData name="Brij Kishor" userId="1fa19fea-0850-4853-853b-4219bbb567e5" providerId="ADAL" clId="{E74B0354-284E-5A9E-93A0-7F6496D2B455}" dt="2025-11-01T13:35:35.865" v="1931" actId="2696"/>
        <pc:sldMkLst>
          <pc:docMk/>
          <pc:sldMk cId="3198164240" sldId="278"/>
        </pc:sldMkLst>
        <pc:spChg chg="mod">
          <ac:chgData name="Brij Kishor" userId="1fa19fea-0850-4853-853b-4219bbb567e5" providerId="ADAL" clId="{E74B0354-284E-5A9E-93A0-7F6496D2B455}" dt="2025-11-01T13:25:36.187" v="1898" actId="14100"/>
          <ac:spMkLst>
            <pc:docMk/>
            <pc:sldMk cId="3198164240" sldId="278"/>
            <ac:spMk id="2" creationId="{A240D169-8666-6D70-7028-6736172C7CD4}"/>
          </ac:spMkLst>
        </pc:spChg>
        <pc:spChg chg="mod">
          <ac:chgData name="Brij Kishor" userId="1fa19fea-0850-4853-853b-4219bbb567e5" providerId="ADAL" clId="{E74B0354-284E-5A9E-93A0-7F6496D2B455}" dt="2025-11-01T12:07:05.222" v="1539" actId="26606"/>
          <ac:spMkLst>
            <pc:docMk/>
            <pc:sldMk cId="3198164240" sldId="278"/>
            <ac:spMk id="3" creationId="{FD027523-E11C-79D2-55EE-0753BC84E6E5}"/>
          </ac:spMkLst>
        </pc:spChg>
        <pc:spChg chg="add del mod">
          <ac:chgData name="Brij Kishor" userId="1fa19fea-0850-4853-853b-4219bbb567e5" providerId="ADAL" clId="{E74B0354-284E-5A9E-93A0-7F6496D2B455}" dt="2025-11-01T13:25:22.698" v="1896"/>
          <ac:spMkLst>
            <pc:docMk/>
            <pc:sldMk cId="3198164240" sldId="278"/>
            <ac:spMk id="4" creationId="{B58A9079-73C2-3BEC-2372-C945E43B441C}"/>
          </ac:spMkLst>
        </pc:spChg>
        <pc:spChg chg="add">
          <ac:chgData name="Brij Kishor" userId="1fa19fea-0850-4853-853b-4219bbb567e5" providerId="ADAL" clId="{E74B0354-284E-5A9E-93A0-7F6496D2B455}" dt="2025-11-01T12:07:05.222" v="1539" actId="26606"/>
          <ac:spMkLst>
            <pc:docMk/>
            <pc:sldMk cId="3198164240" sldId="278"/>
            <ac:spMk id="8" creationId="{09588DA8-065E-4F6F-8EFD-43104AB2E0CF}"/>
          </ac:spMkLst>
        </pc:spChg>
        <pc:spChg chg="add">
          <ac:chgData name="Brij Kishor" userId="1fa19fea-0850-4853-853b-4219bbb567e5" providerId="ADAL" clId="{E74B0354-284E-5A9E-93A0-7F6496D2B455}" dt="2025-11-01T12:07:05.222" v="1539" actId="26606"/>
          <ac:spMkLst>
            <pc:docMk/>
            <pc:sldMk cId="3198164240" sldId="278"/>
            <ac:spMk id="10" creationId="{C4285719-470E-454C-AF62-8323075F1F5B}"/>
          </ac:spMkLst>
        </pc:spChg>
        <pc:spChg chg="add del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12" creationId="{CD9FE4EF-C4D8-49A0-B2FF-81D8DB7D8A24}"/>
          </ac:spMkLst>
        </pc:spChg>
        <pc:spChg chg="add del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14" creationId="{4300840D-0A0B-4512-BACA-B439D5B9C57C}"/>
          </ac:spMkLst>
        </pc:spChg>
        <pc:spChg chg="add del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16" creationId="{D2B78728-A580-49A7-84F9-6EF6F583ADE0}"/>
          </ac:spMkLst>
        </pc:spChg>
        <pc:spChg chg="add del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20" creationId="{8D71EDA1-87BF-4D5D-AB79-F346FD19278A}"/>
          </ac:spMkLst>
        </pc:spChg>
        <pc:spChg chg="add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25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27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29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06:12.145" v="1780" actId="26606"/>
          <ac:spMkLst>
            <pc:docMk/>
            <pc:sldMk cId="3198164240" sldId="278"/>
            <ac:spMk id="31" creationId="{7F488E8B-4E1E-4402-8935-D4E6C02615C7}"/>
          </ac:spMkLst>
        </pc:spChg>
      </pc:sldChg>
      <pc:sldChg chg="addSp delSp modSp del mod setBg">
        <pc:chgData name="Brij Kishor" userId="1fa19fea-0850-4853-853b-4219bbb567e5" providerId="ADAL" clId="{E74B0354-284E-5A9E-93A0-7F6496D2B455}" dt="2025-11-01T13:35:39.037" v="1932" actId="2696"/>
        <pc:sldMkLst>
          <pc:docMk/>
          <pc:sldMk cId="4100726641" sldId="279"/>
        </pc:sldMkLst>
        <pc:spChg chg="mod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2" creationId="{CFF52157-42F8-BFE9-6C91-A1FC523D7D93}"/>
          </ac:spMkLst>
        </pc:spChg>
        <pc:spChg chg="mod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3" creationId="{2B0283CF-73E6-B451-833C-CE15FD8F8A73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8" creationId="{09588DA8-065E-4F6F-8EFD-43104AB2E0CF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10" creationId="{C4285719-470E-454C-AF62-8323075F1F5B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12" creationId="{CD9FE4EF-C4D8-49A0-B2FF-81D8DB7D8A24}"/>
          </ac:spMkLst>
        </pc:spChg>
        <pc:spChg chg="add">
          <ac:chgData name="Brij Kishor" userId="1fa19fea-0850-4853-853b-4219bbb567e5" providerId="ADAL" clId="{E74B0354-284E-5A9E-93A0-7F6496D2B455}" dt="2025-11-01T12:07:39.569" v="1540" actId="26606"/>
          <ac:spMkLst>
            <pc:docMk/>
            <pc:sldMk cId="4100726641" sldId="279"/>
            <ac:spMk id="14" creationId="{4300840D-0A0B-4512-BACA-B439D5B9C57C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16" creationId="{D2B78728-A580-49A7-84F9-6EF6F583ADE0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20" creationId="{8D71EDA1-87BF-4D5D-AB79-F346FD19278A}"/>
          </ac:spMkLst>
        </pc:spChg>
        <pc:spChg chg="add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25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0:31.576" v="1808" actId="26606"/>
          <ac:spMkLst>
            <pc:docMk/>
            <pc:sldMk cId="4100726641" sldId="279"/>
            <ac:spMk id="27" creationId="{A4026A73-1F7F-49F2-B319-8CA3B3D53269}"/>
          </ac:spMkLst>
        </pc:spChg>
      </pc:sldChg>
      <pc:sldChg chg="addSp delSp modSp del mod setBg">
        <pc:chgData name="Brij Kishor" userId="1fa19fea-0850-4853-853b-4219bbb567e5" providerId="ADAL" clId="{E74B0354-284E-5A9E-93A0-7F6496D2B455}" dt="2025-11-01T12:51:04.970" v="1760" actId="2696"/>
        <pc:sldMkLst>
          <pc:docMk/>
          <pc:sldMk cId="2051325999" sldId="280"/>
        </pc:sldMkLst>
        <pc:spChg chg="mod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2" creationId="{312A7228-BE15-B29B-2810-7577C8A7A22D}"/>
          </ac:spMkLst>
        </pc:spChg>
        <pc:spChg chg="mod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3" creationId="{7229F207-3E4F-8377-69E2-059D44AE2091}"/>
          </ac:spMkLst>
        </pc:spChg>
        <pc:spChg chg="add mod">
          <ac:chgData name="Brij Kishor" userId="1fa19fea-0850-4853-853b-4219bbb567e5" providerId="ADAL" clId="{E74B0354-284E-5A9E-93A0-7F6496D2B455}" dt="2025-11-01T12:12:01.700" v="1579" actId="767"/>
          <ac:spMkLst>
            <pc:docMk/>
            <pc:sldMk cId="2051325999" sldId="280"/>
            <ac:spMk id="4" creationId="{6E583DF1-FBF1-650F-7E96-E16472CB5C17}"/>
          </ac:spMkLst>
        </pc:spChg>
        <pc:spChg chg="add del mod">
          <ac:chgData name="Brij Kishor" userId="1fa19fea-0850-4853-853b-4219bbb567e5" providerId="ADAL" clId="{E74B0354-284E-5A9E-93A0-7F6496D2B455}" dt="2025-11-01T12:12:35.934" v="1598"/>
          <ac:spMkLst>
            <pc:docMk/>
            <pc:sldMk cId="2051325999" sldId="280"/>
            <ac:spMk id="5" creationId="{F7094E81-E4AD-2C5B-392B-73CC51D344F8}"/>
          </ac:spMkLst>
        </pc:spChg>
        <pc:spChg chg="add del">
          <ac:chgData name="Brij Kishor" userId="1fa19fea-0850-4853-853b-4219bbb567e5" providerId="ADAL" clId="{E74B0354-284E-5A9E-93A0-7F6496D2B455}" dt="2025-11-01T12:07:53.331" v="1542" actId="26606"/>
          <ac:spMkLst>
            <pc:docMk/>
            <pc:sldMk cId="2051325999" sldId="280"/>
            <ac:spMk id="8" creationId="{B6CDA21F-E7AF-4C75-8395-33F58D5B0E45}"/>
          </ac:spMkLst>
        </pc:spChg>
        <pc:spChg chg="add del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14" creationId="{2C1BBA94-3F40-40AA-8BB9-E69E25E537C1}"/>
          </ac:spMkLst>
        </pc:spChg>
        <pc:spChg chg="add del">
          <ac:chgData name="Brij Kishor" userId="1fa19fea-0850-4853-853b-4219bbb567e5" providerId="ADAL" clId="{E74B0354-284E-5A9E-93A0-7F6496D2B455}" dt="2025-11-01T12:07:53.331" v="1542" actId="26606"/>
          <ac:spMkLst>
            <pc:docMk/>
            <pc:sldMk cId="2051325999" sldId="280"/>
            <ac:spMk id="15" creationId="{D5B0017B-2ECA-49AF-B397-DC140825DF8D}"/>
          </ac:spMkLst>
        </pc:spChg>
        <pc:spChg chg="add del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19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27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2:12:02.947" v="1581" actId="26606"/>
          <ac:spMkLst>
            <pc:docMk/>
            <pc:sldMk cId="2051325999" sldId="280"/>
            <ac:spMk id="33" creationId="{2C1BBA94-3F40-40AA-8BB9-E69E25E537C1}"/>
          </ac:spMkLst>
        </pc:spChg>
        <pc:grpChg chg="add del">
          <ac:chgData name="Brij Kishor" userId="1fa19fea-0850-4853-853b-4219bbb567e5" providerId="ADAL" clId="{E74B0354-284E-5A9E-93A0-7F6496D2B455}" dt="2025-11-01T12:07:53.331" v="1542" actId="26606"/>
          <ac:grpSpMkLst>
            <pc:docMk/>
            <pc:sldMk cId="2051325999" sldId="280"/>
            <ac:grpSpMk id="10" creationId="{AE1C45F0-260A-458C-96ED-C1F6D2151219}"/>
          </ac:grpSpMkLst>
        </pc:grpChg>
        <pc:grpChg chg="add del">
          <ac:chgData name="Brij Kishor" userId="1fa19fea-0850-4853-853b-4219bbb567e5" providerId="ADAL" clId="{E74B0354-284E-5A9E-93A0-7F6496D2B455}" dt="2025-11-01T12:12:02.947" v="1581" actId="26606"/>
          <ac:grpSpMkLst>
            <pc:docMk/>
            <pc:sldMk cId="2051325999" sldId="280"/>
            <ac:grpSpMk id="20" creationId="{B14B560F-9DD7-4302-A60B-EBD3EF59B073}"/>
          </ac:grpSpMkLst>
        </pc:grpChg>
        <pc:grpChg chg="add del">
          <ac:chgData name="Brij Kishor" userId="1fa19fea-0850-4853-853b-4219bbb567e5" providerId="ADAL" clId="{E74B0354-284E-5A9E-93A0-7F6496D2B455}" dt="2025-11-01T12:12:02.947" v="1581" actId="26606"/>
          <ac:grpSpMkLst>
            <pc:docMk/>
            <pc:sldMk cId="2051325999" sldId="280"/>
            <ac:grpSpMk id="29" creationId="{B14B560F-9DD7-4302-A60B-EBD3EF59B073}"/>
          </ac:grpSpMkLst>
        </pc:grpChg>
        <pc:cxnChg chg="add del">
          <ac:chgData name="Brij Kishor" userId="1fa19fea-0850-4853-853b-4219bbb567e5" providerId="ADAL" clId="{E74B0354-284E-5A9E-93A0-7F6496D2B455}" dt="2025-11-01T12:07:53.331" v="1542" actId="26606"/>
          <ac:cxnSpMkLst>
            <pc:docMk/>
            <pc:sldMk cId="2051325999" sldId="280"/>
            <ac:cxnSpMk id="17" creationId="{6CF1BAF6-AD41-4082-B212-8A1F9A2E8779}"/>
          </ac:cxnSpMkLst>
        </pc:cxnChg>
      </pc:sldChg>
      <pc:sldChg chg="addSp delSp modSp del mod ord setBg">
        <pc:chgData name="Brij Kishor" userId="1fa19fea-0850-4853-853b-4219bbb567e5" providerId="ADAL" clId="{E74B0354-284E-5A9E-93A0-7F6496D2B455}" dt="2025-11-01T13:12:40.771" v="1824" actId="2696"/>
        <pc:sldMkLst>
          <pc:docMk/>
          <pc:sldMk cId="1916501574" sldId="282"/>
        </pc:sldMkLst>
        <pc:spChg chg="mod">
          <ac:chgData name="Brij Kishor" userId="1fa19fea-0850-4853-853b-4219bbb567e5" providerId="ADAL" clId="{E74B0354-284E-5A9E-93A0-7F6496D2B455}" dt="2025-11-01T13:11:55.172" v="1816" actId="26606"/>
          <ac:spMkLst>
            <pc:docMk/>
            <pc:sldMk cId="1916501574" sldId="282"/>
            <ac:spMk id="2" creationId="{ECC390E5-872A-551A-5F08-3ACAC6B05AAF}"/>
          </ac:spMkLst>
        </pc:spChg>
        <pc:spChg chg="mod">
          <ac:chgData name="Brij Kishor" userId="1fa19fea-0850-4853-853b-4219bbb567e5" providerId="ADAL" clId="{E74B0354-284E-5A9E-93A0-7F6496D2B455}" dt="2025-11-01T13:12:29.152" v="1820"/>
          <ac:spMkLst>
            <pc:docMk/>
            <pc:sldMk cId="1916501574" sldId="282"/>
            <ac:spMk id="3" creationId="{46DA7C97-1348-BFA1-4B1F-620E0BC27968}"/>
          </ac:spMkLst>
        </pc:spChg>
        <pc:spChg chg="add del mod">
          <ac:chgData name="Brij Kishor" userId="1fa19fea-0850-4853-853b-4219bbb567e5" providerId="ADAL" clId="{E74B0354-284E-5A9E-93A0-7F6496D2B455}" dt="2025-11-01T12:38:01.483" v="1734"/>
          <ac:spMkLst>
            <pc:docMk/>
            <pc:sldMk cId="1916501574" sldId="282"/>
            <ac:spMk id="4" creationId="{616ABAE5-9B54-24C1-9D8D-199FA1B519AB}"/>
          </ac:spMkLst>
        </pc:spChg>
        <pc:spChg chg="add">
          <ac:chgData name="Brij Kishor" userId="1fa19fea-0850-4853-853b-4219bbb567e5" providerId="ADAL" clId="{E74B0354-284E-5A9E-93A0-7F6496D2B455}" dt="2025-11-01T13:11:55.172" v="1816" actId="26606"/>
          <ac:spMkLst>
            <pc:docMk/>
            <pc:sldMk cId="1916501574" sldId="282"/>
            <ac:spMk id="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1:55.172" v="1816" actId="26606"/>
          <ac:spMkLst>
            <pc:docMk/>
            <pc:sldMk cId="1916501574" sldId="282"/>
            <ac:spMk id="10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1:55.172" v="1816" actId="26606"/>
          <ac:spMkLst>
            <pc:docMk/>
            <pc:sldMk cId="1916501574" sldId="282"/>
            <ac:spMk id="12" creationId="{7F488E8B-4E1E-4402-8935-D4E6C02615C7}"/>
          </ac:spMkLst>
        </pc:spChg>
      </pc:sldChg>
      <pc:sldChg chg="addSp delSp modSp del mod setBg">
        <pc:chgData name="Brij Kishor" userId="1fa19fea-0850-4853-853b-4219bbb567e5" providerId="ADAL" clId="{E74B0354-284E-5A9E-93A0-7F6496D2B455}" dt="2025-11-01T13:41:38.514" v="1999" actId="2696"/>
        <pc:sldMkLst>
          <pc:docMk/>
          <pc:sldMk cId="234822927" sldId="283"/>
        </pc:sldMkLst>
        <pc:spChg chg="mod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2" creationId="{73830A87-FD18-7E0E-9568-42675E172A3A}"/>
          </ac:spMkLst>
        </pc:spChg>
        <pc:spChg chg="mod">
          <ac:chgData name="Brij Kishor" userId="1fa19fea-0850-4853-853b-4219bbb567e5" providerId="ADAL" clId="{E74B0354-284E-5A9E-93A0-7F6496D2B455}" dt="2025-11-01T12:42:32.601" v="1746" actId="26606"/>
          <ac:spMkLst>
            <pc:docMk/>
            <pc:sldMk cId="234822927" sldId="283"/>
            <ac:spMk id="3" creationId="{4FC29314-ED14-1349-01BB-3BD1EC02166D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8" creationId="{09588DA8-065E-4F6F-8EFD-43104AB2E0CF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10" creationId="{C4285719-470E-454C-AF62-8323075F1F5B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12" creationId="{CD9FE4EF-C4D8-49A0-B2FF-81D8DB7D8A24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14" creationId="{4300840D-0A0B-4512-BACA-B439D5B9C57C}"/>
          </ac:spMkLst>
        </pc:spChg>
        <pc:spChg chg="add">
          <ac:chgData name="Brij Kishor" userId="1fa19fea-0850-4853-853b-4219bbb567e5" providerId="ADAL" clId="{E74B0354-284E-5A9E-93A0-7F6496D2B455}" dt="2025-11-01T12:42:32.601" v="1746" actId="26606"/>
          <ac:spMkLst>
            <pc:docMk/>
            <pc:sldMk cId="234822927" sldId="283"/>
            <ac:spMk id="16" creationId="{D2B78728-A580-49A7-84F9-6EF6F583ADE0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20" creationId="{8D71EDA1-87BF-4D5D-AB79-F346FD19278A}"/>
          </ac:spMkLst>
        </pc:spChg>
        <pc:spChg chg="add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25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27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9:58.613" v="1801" actId="26606"/>
          <ac:spMkLst>
            <pc:docMk/>
            <pc:sldMk cId="234822927" sldId="283"/>
            <ac:spMk id="29" creationId="{5298780A-33B9-4EA2-8F67-DE68AD62841B}"/>
          </ac:spMkLst>
        </pc:spChg>
      </pc:sldChg>
      <pc:sldChg chg="modSp new del mod">
        <pc:chgData name="Brij Kishor" userId="1fa19fea-0850-4853-853b-4219bbb567e5" providerId="ADAL" clId="{E74B0354-284E-5A9E-93A0-7F6496D2B455}" dt="2025-11-01T12:34:06.443" v="1717" actId="2696"/>
        <pc:sldMkLst>
          <pc:docMk/>
          <pc:sldMk cId="2149681218" sldId="284"/>
        </pc:sldMkLst>
      </pc:sldChg>
      <pc:sldChg chg="modSp new del mod">
        <pc:chgData name="Brij Kishor" userId="1fa19fea-0850-4853-853b-4219bbb567e5" providerId="ADAL" clId="{E74B0354-284E-5A9E-93A0-7F6496D2B455}" dt="2025-11-01T12:34:02.127" v="1716" actId="2696"/>
        <pc:sldMkLst>
          <pc:docMk/>
          <pc:sldMk cId="1075699174" sldId="285"/>
        </pc:sldMkLst>
      </pc:sldChg>
      <pc:sldChg chg="modSp new del mod ord">
        <pc:chgData name="Brij Kishor" userId="1fa19fea-0850-4853-853b-4219bbb567e5" providerId="ADAL" clId="{E74B0354-284E-5A9E-93A0-7F6496D2B455}" dt="2025-11-01T12:41:34.870" v="1744" actId="2696"/>
        <pc:sldMkLst>
          <pc:docMk/>
          <pc:sldMk cId="2150462812" sldId="286"/>
        </pc:sldMkLst>
      </pc:sldChg>
      <pc:sldChg chg="addSp delSp modSp new del mod setBg">
        <pc:chgData name="Brij Kishor" userId="1fa19fea-0850-4853-853b-4219bbb567e5" providerId="ADAL" clId="{E74B0354-284E-5A9E-93A0-7F6496D2B455}" dt="2025-11-01T13:44:07.610" v="2063" actId="2696"/>
        <pc:sldMkLst>
          <pc:docMk/>
          <pc:sldMk cId="4246246863" sldId="287"/>
        </pc:sldMkLst>
        <pc:spChg chg="mo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2" creationId="{79240D7E-D34D-8FA8-F951-09CE3F29D64F}"/>
          </ac:spMkLst>
        </pc:spChg>
        <pc:spChg chg="mo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3" creationId="{92BB36CB-351E-861B-E35F-A7950C5B0F39}"/>
          </ac:spMkLst>
        </pc:spChg>
        <pc:spChg chg="add del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8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14" creationId="{2C1BBA94-3F40-40AA-8BB9-E69E25E537C1}"/>
          </ac:spMkLst>
        </pc:spChg>
        <pc:spChg chg="ad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19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21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23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0:02.516" v="1802" actId="26606"/>
          <ac:spMkLst>
            <pc:docMk/>
            <pc:sldMk cId="4246246863" sldId="287"/>
            <ac:spMk id="25" creationId="{7F488E8B-4E1E-4402-8935-D4E6C02615C7}"/>
          </ac:spMkLst>
        </pc:spChg>
        <pc:grpChg chg="add del">
          <ac:chgData name="Brij Kishor" userId="1fa19fea-0850-4853-853b-4219bbb567e5" providerId="ADAL" clId="{E74B0354-284E-5A9E-93A0-7F6496D2B455}" dt="2025-11-01T13:10:02.516" v="1802" actId="26606"/>
          <ac:grpSpMkLst>
            <pc:docMk/>
            <pc:sldMk cId="4246246863" sldId="287"/>
            <ac:grpSpMk id="10" creationId="{B14B560F-9DD7-4302-A60B-EBD3EF59B073}"/>
          </ac:grpSpMkLst>
        </pc:grpChg>
        <pc:cxnChg chg="add">
          <ac:chgData name="Brij Kishor" userId="1fa19fea-0850-4853-853b-4219bbb567e5" providerId="ADAL" clId="{E74B0354-284E-5A9E-93A0-7F6496D2B455}" dt="2025-11-01T13:10:02.516" v="1802" actId="26606"/>
          <ac:cxnSpMkLst>
            <pc:docMk/>
            <pc:sldMk cId="4246246863" sldId="287"/>
            <ac:cxnSpMk id="27" creationId="{23AAC9B5-8015-485C-ACF9-A750390E9A56}"/>
          </ac:cxnSpMkLst>
        </pc:cxnChg>
      </pc:sldChg>
      <pc:sldChg chg="addSp delSp modSp new del mod setBg">
        <pc:chgData name="Brij Kishor" userId="1fa19fea-0850-4853-853b-4219bbb567e5" providerId="ADAL" clId="{E74B0354-284E-5A9E-93A0-7F6496D2B455}" dt="2025-11-01T13:44:10.953" v="2064" actId="2696"/>
        <pc:sldMkLst>
          <pc:docMk/>
          <pc:sldMk cId="1878647336" sldId="288"/>
        </pc:sldMkLst>
        <pc:spChg chg="mod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2" creationId="{C7851052-C1A4-D9A1-5763-EE8589C510A4}"/>
          </ac:spMkLst>
        </pc:spChg>
        <pc:spChg chg="mod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3" creationId="{009C9333-4647-EAA9-E356-7AF8946050C5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8" creationId="{09588DA8-065E-4F6F-8EFD-43104AB2E0CF}"/>
          </ac:spMkLst>
        </pc:spChg>
        <pc:spChg chg="add">
          <ac:chgData name="Brij Kishor" userId="1fa19fea-0850-4853-853b-4219bbb567e5" providerId="ADAL" clId="{E74B0354-284E-5A9E-93A0-7F6496D2B455}" dt="2025-11-01T12:43:45.101" v="1753" actId="26606"/>
          <ac:spMkLst>
            <pc:docMk/>
            <pc:sldMk cId="1878647336" sldId="288"/>
            <ac:spMk id="10" creationId="{C4285719-470E-454C-AF62-8323075F1F5B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12" creationId="{CD9FE4EF-C4D8-49A0-B2FF-81D8DB7D8A24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14" creationId="{4300840D-0A0B-4512-BACA-B439D5B9C57C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16" creationId="{D2B78728-A580-49A7-84F9-6EF6F583ADE0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18" creationId="{38FAA1A1-D861-433F-88FA-1E9D6FD31D11}"/>
          </ac:spMkLst>
        </pc:spChg>
        <pc:spChg chg="add del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20" creationId="{8D71EDA1-87BF-4D5D-AB79-F346FD19278A}"/>
          </ac:spMkLst>
        </pc:spChg>
        <pc:spChg chg="add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25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0:06.944" v="1803" actId="26606"/>
          <ac:spMkLst>
            <pc:docMk/>
            <pc:sldMk cId="1878647336" sldId="288"/>
            <ac:spMk id="31" creationId="{7F488E8B-4E1E-4402-8935-D4E6C02615C7}"/>
          </ac:spMkLst>
        </pc:spChg>
      </pc:sldChg>
      <pc:sldChg chg="addSp modSp new del mod setBg">
        <pc:chgData name="Brij Kishor" userId="1fa19fea-0850-4853-853b-4219bbb567e5" providerId="ADAL" clId="{E74B0354-284E-5A9E-93A0-7F6496D2B455}" dt="2025-11-01T12:49:08.907" v="1755" actId="2696"/>
        <pc:sldMkLst>
          <pc:docMk/>
          <pc:sldMk cId="2317857221" sldId="289"/>
        </pc:sldMkLst>
        <pc:spChg chg="mod">
          <ac:chgData name="Brij Kishor" userId="1fa19fea-0850-4853-853b-4219bbb567e5" providerId="ADAL" clId="{E74B0354-284E-5A9E-93A0-7F6496D2B455}" dt="2025-11-01T12:43:35.038" v="1752" actId="26606"/>
          <ac:spMkLst>
            <pc:docMk/>
            <pc:sldMk cId="2317857221" sldId="289"/>
            <ac:spMk id="2" creationId="{7824A565-6E9A-65F1-E3E2-5F792DD7AEB7}"/>
          </ac:spMkLst>
        </pc:spChg>
        <pc:spChg chg="mod">
          <ac:chgData name="Brij Kishor" userId="1fa19fea-0850-4853-853b-4219bbb567e5" providerId="ADAL" clId="{E74B0354-284E-5A9E-93A0-7F6496D2B455}" dt="2025-11-01T12:43:35.038" v="1752" actId="26606"/>
          <ac:spMkLst>
            <pc:docMk/>
            <pc:sldMk cId="2317857221" sldId="289"/>
            <ac:spMk id="3" creationId="{57C5EC7B-B483-E0AC-6C23-8BE10EC324CD}"/>
          </ac:spMkLst>
        </pc:spChg>
        <pc:spChg chg="add">
          <ac:chgData name="Brij Kishor" userId="1fa19fea-0850-4853-853b-4219bbb567e5" providerId="ADAL" clId="{E74B0354-284E-5A9E-93A0-7F6496D2B455}" dt="2025-11-01T12:43:35.038" v="1752" actId="26606"/>
          <ac:spMkLst>
            <pc:docMk/>
            <pc:sldMk cId="2317857221" sldId="289"/>
            <ac:spMk id="8" creationId="{3AD318CC-E2A8-4E27-9548-A047A78999B1}"/>
          </ac:spMkLst>
        </pc:spChg>
        <pc:spChg chg="add">
          <ac:chgData name="Brij Kishor" userId="1fa19fea-0850-4853-853b-4219bbb567e5" providerId="ADAL" clId="{E74B0354-284E-5A9E-93A0-7F6496D2B455}" dt="2025-11-01T12:43:35.038" v="1752" actId="26606"/>
          <ac:spMkLst>
            <pc:docMk/>
            <pc:sldMk cId="2317857221" sldId="289"/>
            <ac:spMk id="14" creationId="{2C1BBA94-3F40-40AA-8BB9-E69E25E537C1}"/>
          </ac:spMkLst>
        </pc:spChg>
        <pc:grpChg chg="add">
          <ac:chgData name="Brij Kishor" userId="1fa19fea-0850-4853-853b-4219bbb567e5" providerId="ADAL" clId="{E74B0354-284E-5A9E-93A0-7F6496D2B455}" dt="2025-11-01T12:43:35.038" v="1752" actId="26606"/>
          <ac:grpSpMkLst>
            <pc:docMk/>
            <pc:sldMk cId="2317857221" sldId="289"/>
            <ac:grpSpMk id="10" creationId="{B14B560F-9DD7-4302-A60B-EBD3EF59B073}"/>
          </ac:grpSpMkLst>
        </pc:grpChg>
      </pc:sldChg>
      <pc:sldChg chg="addSp delSp modSp new del mod setBg">
        <pc:chgData name="Brij Kishor" userId="1fa19fea-0850-4853-853b-4219bbb567e5" providerId="ADAL" clId="{E74B0354-284E-5A9E-93A0-7F6496D2B455}" dt="2025-11-01T13:44:21.062" v="2065" actId="2696"/>
        <pc:sldMkLst>
          <pc:docMk/>
          <pc:sldMk cId="2988192595" sldId="290"/>
        </pc:sldMkLst>
        <pc:spChg chg="mo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2" creationId="{58B4C2E8-CFF6-3FE0-FE5E-64031889B305}"/>
          </ac:spMkLst>
        </pc:spChg>
        <pc:spChg chg="mo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3" creationId="{3F64E523-82BC-2302-62C2-3175672AC009}"/>
          </ac:spMkLst>
        </pc:spChg>
        <pc:spChg chg="add del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8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14" creationId="{2C1BBA94-3F40-40AA-8BB9-E69E25E537C1}"/>
          </ac:spMkLst>
        </pc:spChg>
        <pc:spChg chg="ad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19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21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23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0:11.368" v="1804" actId="26606"/>
          <ac:spMkLst>
            <pc:docMk/>
            <pc:sldMk cId="2988192595" sldId="290"/>
            <ac:spMk id="25" creationId="{7F488E8B-4E1E-4402-8935-D4E6C02615C7}"/>
          </ac:spMkLst>
        </pc:spChg>
        <pc:grpChg chg="add del">
          <ac:chgData name="Brij Kishor" userId="1fa19fea-0850-4853-853b-4219bbb567e5" providerId="ADAL" clId="{E74B0354-284E-5A9E-93A0-7F6496D2B455}" dt="2025-11-01T13:10:11.368" v="1804" actId="26606"/>
          <ac:grpSpMkLst>
            <pc:docMk/>
            <pc:sldMk cId="2988192595" sldId="290"/>
            <ac:grpSpMk id="10" creationId="{B14B560F-9DD7-4302-A60B-EBD3EF59B073}"/>
          </ac:grpSpMkLst>
        </pc:grpChg>
        <pc:cxnChg chg="add">
          <ac:chgData name="Brij Kishor" userId="1fa19fea-0850-4853-853b-4219bbb567e5" providerId="ADAL" clId="{E74B0354-284E-5A9E-93A0-7F6496D2B455}" dt="2025-11-01T13:10:11.368" v="1804" actId="26606"/>
          <ac:cxnSpMkLst>
            <pc:docMk/>
            <pc:sldMk cId="2988192595" sldId="290"/>
            <ac:cxnSpMk id="27" creationId="{23AAC9B5-8015-485C-ACF9-A750390E9A56}"/>
          </ac:cxnSpMkLst>
        </pc:cxnChg>
      </pc:sldChg>
      <pc:sldChg chg="addSp modSp new del mod">
        <pc:chgData name="Brij Kishor" userId="1fa19fea-0850-4853-853b-4219bbb567e5" providerId="ADAL" clId="{E74B0354-284E-5A9E-93A0-7F6496D2B455}" dt="2025-11-01T12:38:43.601" v="1735" actId="2696"/>
        <pc:sldMkLst>
          <pc:docMk/>
          <pc:sldMk cId="4245324993" sldId="291"/>
        </pc:sldMkLst>
        <pc:spChg chg="mod">
          <ac:chgData name="Brij Kishor" userId="1fa19fea-0850-4853-853b-4219bbb567e5" providerId="ADAL" clId="{E74B0354-284E-5A9E-93A0-7F6496D2B455}" dt="2025-10-31T17:38:47.749" v="1437" actId="20577"/>
          <ac:spMkLst>
            <pc:docMk/>
            <pc:sldMk cId="4245324993" sldId="291"/>
            <ac:spMk id="3" creationId="{696DCEF1-3497-DA5C-0093-B24EEC6B9CE0}"/>
          </ac:spMkLst>
        </pc:spChg>
        <pc:spChg chg="add">
          <ac:chgData name="Brij Kishor" userId="1fa19fea-0850-4853-853b-4219bbb567e5" providerId="ADAL" clId="{E74B0354-284E-5A9E-93A0-7F6496D2B455}" dt="2025-10-31T17:05:34.982" v="1283"/>
          <ac:spMkLst>
            <pc:docMk/>
            <pc:sldMk cId="4245324993" sldId="291"/>
            <ac:spMk id="4" creationId="{35BF016E-2F6C-EFA2-DC1D-E80961611D7F}"/>
          </ac:spMkLst>
        </pc:spChg>
        <pc:spChg chg="add">
          <ac:chgData name="Brij Kishor" userId="1fa19fea-0850-4853-853b-4219bbb567e5" providerId="ADAL" clId="{E74B0354-284E-5A9E-93A0-7F6496D2B455}" dt="2025-10-31T17:05:42.422" v="1303"/>
          <ac:spMkLst>
            <pc:docMk/>
            <pc:sldMk cId="4245324993" sldId="291"/>
            <ac:spMk id="5" creationId="{E659B9F7-FBAC-2C7D-F51D-5D9D21FB7DE3}"/>
          </ac:spMkLst>
        </pc:spChg>
        <pc:spChg chg="add">
          <ac:chgData name="Brij Kishor" userId="1fa19fea-0850-4853-853b-4219bbb567e5" providerId="ADAL" clId="{E74B0354-284E-5A9E-93A0-7F6496D2B455}" dt="2025-10-31T17:05:46.534" v="1306"/>
          <ac:spMkLst>
            <pc:docMk/>
            <pc:sldMk cId="4245324993" sldId="291"/>
            <ac:spMk id="6" creationId="{0238956B-AD2A-6A45-D0FE-E10CEE4E9D53}"/>
          </ac:spMkLst>
        </pc:spChg>
        <pc:spChg chg="add mod">
          <ac:chgData name="Brij Kishor" userId="1fa19fea-0850-4853-853b-4219bbb567e5" providerId="ADAL" clId="{E74B0354-284E-5A9E-93A0-7F6496D2B455}" dt="2025-10-31T17:05:59.177" v="1318"/>
          <ac:spMkLst>
            <pc:docMk/>
            <pc:sldMk cId="4245324993" sldId="291"/>
            <ac:spMk id="7" creationId="{FDDB993C-C212-E625-B09D-1C05E35F713F}"/>
          </ac:spMkLst>
        </pc:spChg>
        <pc:spChg chg="add mod">
          <ac:chgData name="Brij Kishor" userId="1fa19fea-0850-4853-853b-4219bbb567e5" providerId="ADAL" clId="{E74B0354-284E-5A9E-93A0-7F6496D2B455}" dt="2025-10-31T17:05:58.819" v="1317"/>
          <ac:spMkLst>
            <pc:docMk/>
            <pc:sldMk cId="4245324993" sldId="291"/>
            <ac:spMk id="8" creationId="{724DBD74-8C44-03E6-3C62-9CFFBF7B4E57}"/>
          </ac:spMkLst>
        </pc:spChg>
        <pc:spChg chg="add">
          <ac:chgData name="Brij Kishor" userId="1fa19fea-0850-4853-853b-4219bbb567e5" providerId="ADAL" clId="{E74B0354-284E-5A9E-93A0-7F6496D2B455}" dt="2025-10-31T17:37:47.687" v="1386"/>
          <ac:spMkLst>
            <pc:docMk/>
            <pc:sldMk cId="4245324993" sldId="291"/>
            <ac:spMk id="9" creationId="{14CC2DF5-C555-5CA8-8748-2E1FF73133A9}"/>
          </ac:spMkLst>
        </pc:spChg>
      </pc:sldChg>
      <pc:sldChg chg="addSp delSp modSp new del mod">
        <pc:chgData name="Brij Kishor" userId="1fa19fea-0850-4853-853b-4219bbb567e5" providerId="ADAL" clId="{E74B0354-284E-5A9E-93A0-7F6496D2B455}" dt="2025-11-01T12:29:50.554" v="1708" actId="2696"/>
        <pc:sldMkLst>
          <pc:docMk/>
          <pc:sldMk cId="2886235903" sldId="292"/>
        </pc:sldMkLst>
        <pc:spChg chg="del">
          <ac:chgData name="Brij Kishor" userId="1fa19fea-0850-4853-853b-4219bbb567e5" providerId="ADAL" clId="{E74B0354-284E-5A9E-93A0-7F6496D2B455}" dt="2025-10-31T08:28:16.049" v="1280"/>
          <ac:spMkLst>
            <pc:docMk/>
            <pc:sldMk cId="2886235903" sldId="292"/>
            <ac:spMk id="3" creationId="{5319753A-EF6B-FAF6-B407-9DFEE53C277B}"/>
          </ac:spMkLst>
        </pc:spChg>
        <pc:spChg chg="add mod">
          <ac:chgData name="Brij Kishor" userId="1fa19fea-0850-4853-853b-4219bbb567e5" providerId="ADAL" clId="{E74B0354-284E-5A9E-93A0-7F6496D2B455}" dt="2025-10-31T08:28:22.452" v="1281" actId="20577"/>
          <ac:spMkLst>
            <pc:docMk/>
            <pc:sldMk cId="2886235903" sldId="292"/>
            <ac:spMk id="4" creationId="{B8F5E3B7-08BF-D311-5D07-439913148AA1}"/>
          </ac:spMkLst>
        </pc:spChg>
      </pc:sldChg>
      <pc:sldChg chg="modSp new del mod">
        <pc:chgData name="Brij Kishor" userId="1fa19fea-0850-4853-853b-4219bbb567e5" providerId="ADAL" clId="{E74B0354-284E-5A9E-93A0-7F6496D2B455}" dt="2025-11-01T12:39:19.663" v="1736" actId="2696"/>
        <pc:sldMkLst>
          <pc:docMk/>
          <pc:sldMk cId="272497429" sldId="293"/>
        </pc:sldMkLst>
        <pc:spChg chg="mod">
          <ac:chgData name="Brij Kishor" userId="1fa19fea-0850-4853-853b-4219bbb567e5" providerId="ADAL" clId="{E74B0354-284E-5A9E-93A0-7F6496D2B455}" dt="2025-10-31T17:58:58.743" v="1530" actId="20577"/>
          <ac:spMkLst>
            <pc:docMk/>
            <pc:sldMk cId="272497429" sldId="293"/>
            <ac:spMk id="3" creationId="{99546EE3-9953-D989-8268-1AA3C9761AB7}"/>
          </ac:spMkLst>
        </pc:spChg>
      </pc:sldChg>
      <pc:sldChg chg="addSp delSp modSp new del mod setBg">
        <pc:chgData name="Brij Kishor" userId="1fa19fea-0850-4853-853b-4219bbb567e5" providerId="ADAL" clId="{E74B0354-284E-5A9E-93A0-7F6496D2B455}" dt="2025-11-01T13:10:23.610" v="1806" actId="2696"/>
        <pc:sldMkLst>
          <pc:docMk/>
          <pc:sldMk cId="1629164106" sldId="294"/>
        </pc:sldMkLst>
        <pc:spChg chg="mod">
          <ac:chgData name="Brij Kishor" userId="1fa19fea-0850-4853-853b-4219bbb567e5" providerId="ADAL" clId="{E74B0354-284E-5A9E-93A0-7F6496D2B455}" dt="2025-11-01T12:49:39.485" v="1756" actId="1076"/>
          <ac:spMkLst>
            <pc:docMk/>
            <pc:sldMk cId="1629164106" sldId="294"/>
            <ac:spMk id="2" creationId="{D6441804-F135-71CC-595D-CAD7EBD5F962}"/>
          </ac:spMkLst>
        </pc:spChg>
        <pc:spChg chg="del mod">
          <ac:chgData name="Brij Kishor" userId="1fa19fea-0850-4853-853b-4219bbb567e5" providerId="ADAL" clId="{E74B0354-284E-5A9E-93A0-7F6496D2B455}" dt="2025-11-01T12:22:29.440" v="1664" actId="26606"/>
          <ac:spMkLst>
            <pc:docMk/>
            <pc:sldMk cId="1629164106" sldId="294"/>
            <ac:spMk id="3" creationId="{6D09BDEC-7335-6B62-2CE1-7A1BDA47A65D}"/>
          </ac:spMkLst>
        </pc:spChg>
        <pc:spChg chg="add">
          <ac:chgData name="Brij Kishor" userId="1fa19fea-0850-4853-853b-4219bbb567e5" providerId="ADAL" clId="{E74B0354-284E-5A9E-93A0-7F6496D2B455}" dt="2025-11-01T12:22:29.440" v="1664" actId="26606"/>
          <ac:spMkLst>
            <pc:docMk/>
            <pc:sldMk cId="1629164106" sldId="294"/>
            <ac:spMk id="7" creationId="{B50AB553-2A96-4A92-96F2-93548E096954}"/>
          </ac:spMkLst>
        </pc:spChg>
        <pc:spChg chg="add del">
          <ac:chgData name="Brij Kishor" userId="1fa19fea-0850-4853-853b-4219bbb567e5" providerId="ADAL" clId="{E74B0354-284E-5A9E-93A0-7F6496D2B455}" dt="2025-11-01T12:18:55.025" v="1620" actId="26606"/>
          <ac:spMkLst>
            <pc:docMk/>
            <pc:sldMk cId="1629164106" sldId="294"/>
            <ac:spMk id="8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2:18:55.025" v="1620" actId="26606"/>
          <ac:spMkLst>
            <pc:docMk/>
            <pc:sldMk cId="1629164106" sldId="294"/>
            <ac:spMk id="14" creationId="{2C1BBA94-3F40-40AA-8BB9-E69E25E537C1}"/>
          </ac:spMkLst>
        </pc:spChg>
        <pc:spChg chg="add del">
          <ac:chgData name="Brij Kishor" userId="1fa19fea-0850-4853-853b-4219bbb567e5" providerId="ADAL" clId="{E74B0354-284E-5A9E-93A0-7F6496D2B455}" dt="2025-11-01T12:19:14.306" v="1622" actId="26606"/>
          <ac:spMkLst>
            <pc:docMk/>
            <pc:sldMk cId="1629164106" sldId="294"/>
            <ac:spMk id="15" creationId="{D5B0017B-2ECA-49AF-B397-DC140825DF8D}"/>
          </ac:spMkLst>
        </pc:spChg>
        <pc:spChg chg="add del">
          <ac:chgData name="Brij Kishor" userId="1fa19fea-0850-4853-853b-4219bbb567e5" providerId="ADAL" clId="{E74B0354-284E-5A9E-93A0-7F6496D2B455}" dt="2025-11-01T12:19:14.306" v="1622" actId="26606"/>
          <ac:spMkLst>
            <pc:docMk/>
            <pc:sldMk cId="1629164106" sldId="294"/>
            <ac:spMk id="16" creationId="{B6CDA21F-E7AF-4C75-8395-33F58D5B0E45}"/>
          </ac:spMkLst>
        </pc:spChg>
        <pc:spChg chg="add del">
          <ac:chgData name="Brij Kishor" userId="1fa19fea-0850-4853-853b-4219bbb567e5" providerId="ADAL" clId="{E74B0354-284E-5A9E-93A0-7F6496D2B455}" dt="2025-11-01T12:21:45.994" v="1636" actId="26606"/>
          <ac:spMkLst>
            <pc:docMk/>
            <pc:sldMk cId="1629164106" sldId="294"/>
            <ac:spMk id="21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2:21:45.994" v="1636" actId="26606"/>
          <ac:spMkLst>
            <pc:docMk/>
            <pc:sldMk cId="1629164106" sldId="294"/>
            <ac:spMk id="24" creationId="{2C1BBA94-3F40-40AA-8BB9-E69E25E537C1}"/>
          </ac:spMkLst>
        </pc:spChg>
        <pc:grpChg chg="add del">
          <ac:chgData name="Brij Kishor" userId="1fa19fea-0850-4853-853b-4219bbb567e5" providerId="ADAL" clId="{E74B0354-284E-5A9E-93A0-7F6496D2B455}" dt="2025-11-01T12:18:55.025" v="1620" actId="26606"/>
          <ac:grpSpMkLst>
            <pc:docMk/>
            <pc:sldMk cId="1629164106" sldId="294"/>
            <ac:grpSpMk id="10" creationId="{B14B560F-9DD7-4302-A60B-EBD3EF59B073}"/>
          </ac:grpSpMkLst>
        </pc:grpChg>
        <pc:grpChg chg="add del">
          <ac:chgData name="Brij Kishor" userId="1fa19fea-0850-4853-853b-4219bbb567e5" providerId="ADAL" clId="{E74B0354-284E-5A9E-93A0-7F6496D2B455}" dt="2025-11-01T12:19:14.306" v="1622" actId="26606"/>
          <ac:grpSpMkLst>
            <pc:docMk/>
            <pc:sldMk cId="1629164106" sldId="294"/>
            <ac:grpSpMk id="18" creationId="{AE1C45F0-260A-458C-96ED-C1F6D2151219}"/>
          </ac:grpSpMkLst>
        </pc:grpChg>
        <pc:grpChg chg="add del">
          <ac:chgData name="Brij Kishor" userId="1fa19fea-0850-4853-853b-4219bbb567e5" providerId="ADAL" clId="{E74B0354-284E-5A9E-93A0-7F6496D2B455}" dt="2025-11-01T12:21:45.994" v="1636" actId="26606"/>
          <ac:grpSpMkLst>
            <pc:docMk/>
            <pc:sldMk cId="1629164106" sldId="294"/>
            <ac:grpSpMk id="22" creationId="{B14B560F-9DD7-4302-A60B-EBD3EF59B073}"/>
          </ac:grpSpMkLst>
        </pc:grpChg>
        <pc:graphicFrameChg chg="add mod modGraphic">
          <ac:chgData name="Brij Kishor" userId="1fa19fea-0850-4853-853b-4219bbb567e5" providerId="ADAL" clId="{E74B0354-284E-5A9E-93A0-7F6496D2B455}" dt="2025-11-01T12:50:05.948" v="1759" actId="1076"/>
          <ac:graphicFrameMkLst>
            <pc:docMk/>
            <pc:sldMk cId="1629164106" sldId="294"/>
            <ac:graphicFrameMk id="5" creationId="{E15D884A-D248-A46F-3E5B-F8DE191BB056}"/>
          </ac:graphicFrameMkLst>
        </pc:graphicFrameChg>
        <pc:picChg chg="add">
          <ac:chgData name="Brij Kishor" userId="1fa19fea-0850-4853-853b-4219bbb567e5" providerId="ADAL" clId="{E74B0354-284E-5A9E-93A0-7F6496D2B455}" dt="2025-11-01T12:22:29.440" v="1664" actId="26606"/>
          <ac:picMkLst>
            <pc:docMk/>
            <pc:sldMk cId="1629164106" sldId="294"/>
            <ac:picMk id="6" creationId="{0F803527-E518-4363-5D87-0BF58ADB8E15}"/>
          </ac:picMkLst>
        </pc:picChg>
        <pc:cxnChg chg="add del">
          <ac:chgData name="Brij Kishor" userId="1fa19fea-0850-4853-853b-4219bbb567e5" providerId="ADAL" clId="{E74B0354-284E-5A9E-93A0-7F6496D2B455}" dt="2025-11-01T12:19:14.306" v="1622" actId="26606"/>
          <ac:cxnSpMkLst>
            <pc:docMk/>
            <pc:sldMk cId="1629164106" sldId="294"/>
            <ac:cxnSpMk id="17" creationId="{6CF1BAF6-AD41-4082-B212-8A1F9A2E8779}"/>
          </ac:cxnSpMkLst>
        </pc:cxnChg>
      </pc:sldChg>
      <pc:sldChg chg="new del">
        <pc:chgData name="Brij Kishor" userId="1fa19fea-0850-4853-853b-4219bbb567e5" providerId="ADAL" clId="{E74B0354-284E-5A9E-93A0-7F6496D2B455}" dt="2025-11-01T12:21:42.816" v="1631" actId="680"/>
        <pc:sldMkLst>
          <pc:docMk/>
          <pc:sldMk cId="447842111" sldId="295"/>
        </pc:sldMkLst>
      </pc:sldChg>
      <pc:sldChg chg="addSp delSp modSp new mod setBg">
        <pc:chgData name="Brij Kishor" userId="1fa19fea-0850-4853-853b-4219bbb567e5" providerId="ADAL" clId="{E74B0354-284E-5A9E-93A0-7F6496D2B455}" dt="2025-11-01T14:49:39.903" v="2216" actId="1076"/>
        <pc:sldMkLst>
          <pc:docMk/>
          <pc:sldMk cId="4158634554" sldId="295"/>
        </pc:sldMkLst>
        <pc:spChg chg="mod">
          <ac:chgData name="Brij Kishor" userId="1fa19fea-0850-4853-853b-4219bbb567e5" providerId="ADAL" clId="{E74B0354-284E-5A9E-93A0-7F6496D2B455}" dt="2025-11-01T12:27:56.811" v="1707" actId="26606"/>
          <ac:spMkLst>
            <pc:docMk/>
            <pc:sldMk cId="4158634554" sldId="295"/>
            <ac:spMk id="2" creationId="{5B2A4E23-386A-DCD6-6246-2250B3DC3AE1}"/>
          </ac:spMkLst>
        </pc:spChg>
        <pc:spChg chg="del">
          <ac:chgData name="Brij Kishor" userId="1fa19fea-0850-4853-853b-4219bbb567e5" providerId="ADAL" clId="{E74B0354-284E-5A9E-93A0-7F6496D2B455}" dt="2025-11-01T12:24:03.897" v="1670"/>
          <ac:spMkLst>
            <pc:docMk/>
            <pc:sldMk cId="4158634554" sldId="295"/>
            <ac:spMk id="3" creationId="{2E2FC801-C574-5024-7471-85FDA987400D}"/>
          </ac:spMkLst>
        </pc:spChg>
        <pc:spChg chg="add">
          <ac:chgData name="Brij Kishor" userId="1fa19fea-0850-4853-853b-4219bbb567e5" providerId="ADAL" clId="{E74B0354-284E-5A9E-93A0-7F6496D2B455}" dt="2025-11-01T12:27:56.811" v="1707" actId="26606"/>
          <ac:spMkLst>
            <pc:docMk/>
            <pc:sldMk cId="4158634554" sldId="295"/>
            <ac:spMk id="7" creationId="{A4AC5506-6312-4701-8D3C-40187889A947}"/>
          </ac:spMkLst>
        </pc:spChg>
        <pc:spChg chg="add del">
          <ac:chgData name="Brij Kishor" userId="1fa19fea-0850-4853-853b-4219bbb567e5" providerId="ADAL" clId="{E74B0354-284E-5A9E-93A0-7F6496D2B455}" dt="2025-11-01T12:26:27.350" v="1695" actId="26606"/>
          <ac:spMkLst>
            <pc:docMk/>
            <pc:sldMk cId="4158634554" sldId="295"/>
            <ac:spMk id="10" creationId="{D4771268-CB57-404A-9271-370EB28F6090}"/>
          </ac:spMkLst>
        </pc:spChg>
        <pc:picChg chg="add mod">
          <ac:chgData name="Brij Kishor" userId="1fa19fea-0850-4853-853b-4219bbb567e5" providerId="ADAL" clId="{E74B0354-284E-5A9E-93A0-7F6496D2B455}" dt="2025-11-01T14:49:39.903" v="2216" actId="1076"/>
          <ac:picMkLst>
            <pc:docMk/>
            <pc:sldMk cId="4158634554" sldId="295"/>
            <ac:picMk id="5" creationId="{E28D08DB-9951-131D-97A4-90B581E6FF23}"/>
          </ac:picMkLst>
        </pc:picChg>
      </pc:sldChg>
      <pc:sldChg chg="modSp new del mod">
        <pc:chgData name="Brij Kishor" userId="1fa19fea-0850-4853-853b-4219bbb567e5" providerId="ADAL" clId="{E74B0354-284E-5A9E-93A0-7F6496D2B455}" dt="2025-11-01T12:37:42.551" v="1728" actId="2696"/>
        <pc:sldMkLst>
          <pc:docMk/>
          <pc:sldMk cId="210791070" sldId="296"/>
        </pc:sldMkLst>
        <pc:spChg chg="mod">
          <ac:chgData name="Brij Kishor" userId="1fa19fea-0850-4853-853b-4219bbb567e5" providerId="ADAL" clId="{E74B0354-284E-5A9E-93A0-7F6496D2B455}" dt="2025-11-01T12:37:17.006" v="1727" actId="27636"/>
          <ac:spMkLst>
            <pc:docMk/>
            <pc:sldMk cId="210791070" sldId="296"/>
            <ac:spMk id="3" creationId="{0B3121C6-4E73-3ED4-91B5-AC572363A28F}"/>
          </ac:spMkLst>
        </pc:spChg>
      </pc:sldChg>
      <pc:sldChg chg="addSp delSp modSp new del mod setBg">
        <pc:chgData name="Brij Kishor" userId="1fa19fea-0850-4853-853b-4219bbb567e5" providerId="ADAL" clId="{E74B0354-284E-5A9E-93A0-7F6496D2B455}" dt="2025-11-01T13:05:34.404" v="1777" actId="2696"/>
        <pc:sldMkLst>
          <pc:docMk/>
          <pc:sldMk cId="671413379" sldId="296"/>
        </pc:sldMkLst>
        <pc:spChg chg="mod">
          <ac:chgData name="Brij Kishor" userId="1fa19fea-0850-4853-853b-4219bbb567e5" providerId="ADAL" clId="{E74B0354-284E-5A9E-93A0-7F6496D2B455}" dt="2025-11-01T13:05:28.609" v="1776" actId="14100"/>
          <ac:spMkLst>
            <pc:docMk/>
            <pc:sldMk cId="671413379" sldId="296"/>
            <ac:spMk id="2" creationId="{D601E007-9382-72A5-88A8-0AF0614DC665}"/>
          </ac:spMkLst>
        </pc:spChg>
        <pc:spChg chg="mod">
          <ac:chgData name="Brij Kishor" userId="1fa19fea-0850-4853-853b-4219bbb567e5" providerId="ADAL" clId="{E74B0354-284E-5A9E-93A0-7F6496D2B455}" dt="2025-11-01T13:05:27.831" v="1774" actId="1076"/>
          <ac:spMkLst>
            <pc:docMk/>
            <pc:sldMk cId="671413379" sldId="296"/>
            <ac:spMk id="3" creationId="{DA0547CC-0803-DB0D-4FDF-2D8837A7D90C}"/>
          </ac:spMkLst>
        </pc:spChg>
        <pc:spChg chg="add del mod">
          <ac:chgData name="Brij Kishor" userId="1fa19fea-0850-4853-853b-4219bbb567e5" providerId="ADAL" clId="{E74B0354-284E-5A9E-93A0-7F6496D2B455}" dt="2025-11-01T13:05:27.997" v="1775" actId="767"/>
          <ac:spMkLst>
            <pc:docMk/>
            <pc:sldMk cId="671413379" sldId="296"/>
            <ac:spMk id="4" creationId="{A08CE0EB-58E3-91B3-789D-376D8F226D9B}"/>
          </ac:spMkLst>
        </pc:spChg>
        <pc:spChg chg="add">
          <ac:chgData name="Brij Kishor" userId="1fa19fea-0850-4853-853b-4219bbb567e5" providerId="ADAL" clId="{E74B0354-284E-5A9E-93A0-7F6496D2B455}" dt="2025-11-01T13:05:07.748" v="1767" actId="26606"/>
          <ac:spMkLst>
            <pc:docMk/>
            <pc:sldMk cId="671413379" sldId="296"/>
            <ac:spMk id="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5:07.748" v="1767" actId="26606"/>
          <ac:spMkLst>
            <pc:docMk/>
            <pc:sldMk cId="671413379" sldId="296"/>
            <ac:spMk id="10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5:07.748" v="1767" actId="26606"/>
          <ac:spMkLst>
            <pc:docMk/>
            <pc:sldMk cId="671413379" sldId="296"/>
            <ac:spMk id="12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05:07.748" v="1767" actId="26606"/>
          <ac:spMkLst>
            <pc:docMk/>
            <pc:sldMk cId="671413379" sldId="296"/>
            <ac:spMk id="14" creationId="{7F488E8B-4E1E-4402-8935-D4E6C02615C7}"/>
          </ac:spMkLst>
        </pc:spChg>
        <pc:cxnChg chg="add">
          <ac:chgData name="Brij Kishor" userId="1fa19fea-0850-4853-853b-4219bbb567e5" providerId="ADAL" clId="{E74B0354-284E-5A9E-93A0-7F6496D2B455}" dt="2025-11-01T13:05:07.748" v="1767" actId="26606"/>
          <ac:cxnSpMkLst>
            <pc:docMk/>
            <pc:sldMk cId="671413379" sldId="296"/>
            <ac:cxnSpMk id="16" creationId="{23AAC9B5-8015-485C-ACF9-A750390E9A56}"/>
          </ac:cxnSpMkLst>
        </pc:cxnChg>
      </pc:sldChg>
      <pc:sldChg chg="addSp modSp new del mod setBg">
        <pc:chgData name="Brij Kishor" userId="1fa19fea-0850-4853-853b-4219bbb567e5" providerId="ADAL" clId="{E74B0354-284E-5A9E-93A0-7F6496D2B455}" dt="2025-11-01T13:39:31.882" v="1954" actId="2696"/>
        <pc:sldMkLst>
          <pc:docMk/>
          <pc:sldMk cId="4055516071" sldId="296"/>
        </pc:sldMkLst>
        <pc:spChg chg="mod">
          <ac:chgData name="Brij Kishor" userId="1fa19fea-0850-4853-853b-4219bbb567e5" providerId="ADAL" clId="{E74B0354-284E-5A9E-93A0-7F6496D2B455}" dt="2025-11-01T13:19:50.891" v="1856" actId="14100"/>
          <ac:spMkLst>
            <pc:docMk/>
            <pc:sldMk cId="4055516071" sldId="296"/>
            <ac:spMk id="2" creationId="{C8FF35B7-4198-900D-361E-C664B154CFCB}"/>
          </ac:spMkLst>
        </pc:spChg>
        <pc:spChg chg="mod">
          <ac:chgData name="Brij Kishor" userId="1fa19fea-0850-4853-853b-4219bbb567e5" providerId="ADAL" clId="{E74B0354-284E-5A9E-93A0-7F6496D2B455}" dt="2025-11-01T13:09:28.360" v="1797" actId="26606"/>
          <ac:spMkLst>
            <pc:docMk/>
            <pc:sldMk cId="4055516071" sldId="296"/>
            <ac:spMk id="3" creationId="{F08664DC-470B-235F-20F9-ACDB87235A76}"/>
          </ac:spMkLst>
        </pc:spChg>
        <pc:spChg chg="add">
          <ac:chgData name="Brij Kishor" userId="1fa19fea-0850-4853-853b-4219bbb567e5" providerId="ADAL" clId="{E74B0354-284E-5A9E-93A0-7F6496D2B455}" dt="2025-11-01T13:09:28.360" v="1797" actId="26606"/>
          <ac:spMkLst>
            <pc:docMk/>
            <pc:sldMk cId="4055516071" sldId="296"/>
            <ac:spMk id="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9:28.360" v="1797" actId="26606"/>
          <ac:spMkLst>
            <pc:docMk/>
            <pc:sldMk cId="4055516071" sldId="296"/>
            <ac:spMk id="10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9:28.360" v="1797" actId="26606"/>
          <ac:spMkLst>
            <pc:docMk/>
            <pc:sldMk cId="4055516071" sldId="296"/>
            <ac:spMk id="12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09:28.360" v="1797" actId="26606"/>
          <ac:spMkLst>
            <pc:docMk/>
            <pc:sldMk cId="4055516071" sldId="296"/>
            <ac:spMk id="14" creationId="{7F488E8B-4E1E-4402-8935-D4E6C02615C7}"/>
          </ac:spMkLst>
        </pc:spChg>
        <pc:cxnChg chg="add">
          <ac:chgData name="Brij Kishor" userId="1fa19fea-0850-4853-853b-4219bbb567e5" providerId="ADAL" clId="{E74B0354-284E-5A9E-93A0-7F6496D2B455}" dt="2025-11-01T13:09:28.360" v="1797" actId="26606"/>
          <ac:cxnSpMkLst>
            <pc:docMk/>
            <pc:sldMk cId="4055516071" sldId="296"/>
            <ac:cxnSpMk id="16" creationId="{23AAC9B5-8015-485C-ACF9-A750390E9A56}"/>
          </ac:cxnSpMkLst>
        </pc:cxnChg>
      </pc:sldChg>
      <pc:sldChg chg="addSp modSp new del mod setBg">
        <pc:chgData name="Brij Kishor" userId="1fa19fea-0850-4853-853b-4219bbb567e5" providerId="ADAL" clId="{E74B0354-284E-5A9E-93A0-7F6496D2B455}" dt="2025-11-01T13:39:35.888" v="1955" actId="2696"/>
        <pc:sldMkLst>
          <pc:docMk/>
          <pc:sldMk cId="4216778606" sldId="297"/>
        </pc:sldMkLst>
        <pc:spChg chg="mo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2" creationId="{155849E3-FEB3-E95A-E911-4ACF20E799BA}"/>
          </ac:spMkLst>
        </pc:spChg>
        <pc:spChg chg="mo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3" creationId="{96807BE5-79AB-832D-313B-721256E29FB5}"/>
          </ac:spMkLst>
        </pc:spChg>
        <pc:spChg chg="ad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10" creationId="{A4026A73-1F7F-49F2-B319-8CA3B3D53269}"/>
          </ac:spMkLst>
        </pc:spChg>
        <pc:spChg chg="ad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12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09:47.941" v="1799" actId="26606"/>
          <ac:spMkLst>
            <pc:docMk/>
            <pc:sldMk cId="4216778606" sldId="297"/>
            <ac:spMk id="14" creationId="{7F488E8B-4E1E-4402-8935-D4E6C02615C7}"/>
          </ac:spMkLst>
        </pc:spChg>
        <pc:cxnChg chg="add">
          <ac:chgData name="Brij Kishor" userId="1fa19fea-0850-4853-853b-4219bbb567e5" providerId="ADAL" clId="{E74B0354-284E-5A9E-93A0-7F6496D2B455}" dt="2025-11-01T13:09:47.941" v="1799" actId="26606"/>
          <ac:cxnSpMkLst>
            <pc:docMk/>
            <pc:sldMk cId="4216778606" sldId="297"/>
            <ac:cxnSpMk id="16" creationId="{23AAC9B5-8015-485C-ACF9-A750390E9A56}"/>
          </ac:cxnSpMkLst>
        </pc:cxnChg>
      </pc:sldChg>
      <pc:sldChg chg="modSp new del mod">
        <pc:chgData name="Brij Kishor" userId="1fa19fea-0850-4853-853b-4219bbb567e5" providerId="ADAL" clId="{E74B0354-284E-5A9E-93A0-7F6496D2B455}" dt="2025-11-01T13:14:52.851" v="1846" actId="2696"/>
        <pc:sldMkLst>
          <pc:docMk/>
          <pc:sldMk cId="3807163722" sldId="298"/>
        </pc:sldMkLst>
        <pc:spChg chg="mod">
          <ac:chgData name="Brij Kishor" userId="1fa19fea-0850-4853-853b-4219bbb567e5" providerId="ADAL" clId="{E74B0354-284E-5A9E-93A0-7F6496D2B455}" dt="2025-11-01T13:14:01.454" v="1833" actId="27636"/>
          <ac:spMkLst>
            <pc:docMk/>
            <pc:sldMk cId="3807163722" sldId="298"/>
            <ac:spMk id="3" creationId="{B05C1319-F9B9-0DE5-A675-0A440199A145}"/>
          </ac:spMkLst>
        </pc:spChg>
      </pc:sldChg>
      <pc:sldChg chg="addSp modSp new del mod setBg">
        <pc:chgData name="Brij Kishor" userId="1fa19fea-0850-4853-853b-4219bbb567e5" providerId="ADAL" clId="{E74B0354-284E-5A9E-93A0-7F6496D2B455}" dt="2025-11-01T13:40:09.972" v="1960" actId="2696"/>
        <pc:sldMkLst>
          <pc:docMk/>
          <pc:sldMk cId="1322390352" sldId="299"/>
        </pc:sldMkLst>
        <pc:spChg chg="mod">
          <ac:chgData name="Brij Kishor" userId="1fa19fea-0850-4853-853b-4219bbb567e5" providerId="ADAL" clId="{E74B0354-284E-5A9E-93A0-7F6496D2B455}" dt="2025-11-01T13:14:28.170" v="1843" actId="26606"/>
          <ac:spMkLst>
            <pc:docMk/>
            <pc:sldMk cId="1322390352" sldId="299"/>
            <ac:spMk id="2" creationId="{E5B93846-84FF-38C1-AE1F-B2E288D90853}"/>
          </ac:spMkLst>
        </pc:spChg>
        <pc:spChg chg="mod">
          <ac:chgData name="Brij Kishor" userId="1fa19fea-0850-4853-853b-4219bbb567e5" providerId="ADAL" clId="{E74B0354-284E-5A9E-93A0-7F6496D2B455}" dt="2025-11-01T13:14:32.218" v="1845" actId="27636"/>
          <ac:spMkLst>
            <pc:docMk/>
            <pc:sldMk cId="1322390352" sldId="299"/>
            <ac:spMk id="3" creationId="{58650F9F-B414-B1E4-5ADB-DB6B6DA73472}"/>
          </ac:spMkLst>
        </pc:spChg>
        <pc:spChg chg="add">
          <ac:chgData name="Brij Kishor" userId="1fa19fea-0850-4853-853b-4219bbb567e5" providerId="ADAL" clId="{E74B0354-284E-5A9E-93A0-7F6496D2B455}" dt="2025-11-01T13:14:28.170" v="1843" actId="26606"/>
          <ac:spMkLst>
            <pc:docMk/>
            <pc:sldMk cId="1322390352" sldId="299"/>
            <ac:spMk id="8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3:14:28.170" v="1843" actId="26606"/>
          <ac:spMkLst>
            <pc:docMk/>
            <pc:sldMk cId="1322390352" sldId="299"/>
            <ac:spMk id="10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3:14:28.170" v="1843" actId="26606"/>
          <ac:spMkLst>
            <pc:docMk/>
            <pc:sldMk cId="1322390352" sldId="299"/>
            <ac:spMk id="12" creationId="{7F488E8B-4E1E-4402-8935-D4E6C02615C7}"/>
          </ac:spMkLst>
        </pc:spChg>
      </pc:sldChg>
      <pc:sldChg chg="addSp delSp modSp add mod">
        <pc:chgData name="Brij Kishor" userId="1fa19fea-0850-4853-853b-4219bbb567e5" providerId="ADAL" clId="{E74B0354-284E-5A9E-93A0-7F6496D2B455}" dt="2025-11-01T13:50:37.088" v="2106" actId="27636"/>
        <pc:sldMkLst>
          <pc:docMk/>
          <pc:sldMk cId="3006683041" sldId="300"/>
        </pc:sldMkLst>
        <pc:spChg chg="del">
          <ac:chgData name="Brij Kishor" userId="1fa19fea-0850-4853-853b-4219bbb567e5" providerId="ADAL" clId="{E74B0354-284E-5A9E-93A0-7F6496D2B455}" dt="2025-11-01T13:23:33.443" v="1885" actId="478"/>
          <ac:spMkLst>
            <pc:docMk/>
            <pc:sldMk cId="3006683041" sldId="300"/>
            <ac:spMk id="3" creationId="{19B03117-2594-7176-BA0F-CAF402051B90}"/>
          </ac:spMkLst>
        </pc:spChg>
        <pc:spChg chg="add del mod">
          <ac:chgData name="Brij Kishor" userId="1fa19fea-0850-4853-853b-4219bbb567e5" providerId="ADAL" clId="{E74B0354-284E-5A9E-93A0-7F6496D2B455}" dt="2025-11-01T13:23:36.122" v="1886" actId="478"/>
          <ac:spMkLst>
            <pc:docMk/>
            <pc:sldMk cId="3006683041" sldId="300"/>
            <ac:spMk id="4" creationId="{5E4C2D97-4DE9-20F9-C039-F0F1FDA76752}"/>
          </ac:spMkLst>
        </pc:spChg>
        <pc:spChg chg="add mod">
          <ac:chgData name="Brij Kishor" userId="1fa19fea-0850-4853-853b-4219bbb567e5" providerId="ADAL" clId="{E74B0354-284E-5A9E-93A0-7F6496D2B455}" dt="2025-11-01T13:50:37.088" v="2106" actId="27636"/>
          <ac:spMkLst>
            <pc:docMk/>
            <pc:sldMk cId="3006683041" sldId="300"/>
            <ac:spMk id="5" creationId="{1872CBD1-C220-33B8-EACE-3AC7B7F8CDB5}"/>
          </ac:spMkLst>
        </pc:spChg>
      </pc:sldChg>
      <pc:sldChg chg="modSp add mod">
        <pc:chgData name="Brij Kishor" userId="1fa19fea-0850-4853-853b-4219bbb567e5" providerId="ADAL" clId="{E74B0354-284E-5A9E-93A0-7F6496D2B455}" dt="2025-11-01T13:36:03.765" v="1939" actId="403"/>
        <pc:sldMkLst>
          <pc:docMk/>
          <pc:sldMk cId="639762726" sldId="301"/>
        </pc:sldMkLst>
        <pc:spChg chg="mod">
          <ac:chgData name="Brij Kishor" userId="1fa19fea-0850-4853-853b-4219bbb567e5" providerId="ADAL" clId="{E74B0354-284E-5A9E-93A0-7F6496D2B455}" dt="2025-11-01T13:36:03.765" v="1939" actId="403"/>
          <ac:spMkLst>
            <pc:docMk/>
            <pc:sldMk cId="639762726" sldId="301"/>
            <ac:spMk id="5" creationId="{8915001D-C028-A639-7DEB-4BC21330B9FD}"/>
          </ac:spMkLst>
        </pc:spChg>
      </pc:sldChg>
      <pc:sldChg chg="add del">
        <pc:chgData name="Brij Kishor" userId="1fa19fea-0850-4853-853b-4219bbb567e5" providerId="ADAL" clId="{E74B0354-284E-5A9E-93A0-7F6496D2B455}" dt="2025-11-01T13:35:08.127" v="1927" actId="2696"/>
        <pc:sldMkLst>
          <pc:docMk/>
          <pc:sldMk cId="874936085" sldId="301"/>
        </pc:sldMkLst>
      </pc:sldChg>
      <pc:sldChg chg="modSp add mod">
        <pc:chgData name="Brij Kishor" userId="1fa19fea-0850-4853-853b-4219bbb567e5" providerId="ADAL" clId="{E74B0354-284E-5A9E-93A0-7F6496D2B455}" dt="2025-11-01T14:01:44.346" v="2214" actId="20577"/>
        <pc:sldMkLst>
          <pc:docMk/>
          <pc:sldMk cId="488359088" sldId="302"/>
        </pc:sldMkLst>
        <pc:spChg chg="mod">
          <ac:chgData name="Brij Kishor" userId="1fa19fea-0850-4853-853b-4219bbb567e5" providerId="ADAL" clId="{E74B0354-284E-5A9E-93A0-7F6496D2B455}" dt="2025-11-01T14:01:44.346" v="2214" actId="20577"/>
          <ac:spMkLst>
            <pc:docMk/>
            <pc:sldMk cId="488359088" sldId="302"/>
            <ac:spMk id="11" creationId="{F1281625-C0F9-6B31-6F48-B926E8F3BFC3}"/>
          </ac:spMkLst>
        </pc:spChg>
      </pc:sldChg>
      <pc:sldChg chg="modSp add del">
        <pc:chgData name="Brij Kishor" userId="1fa19fea-0850-4853-853b-4219bbb567e5" providerId="ADAL" clId="{E74B0354-284E-5A9E-93A0-7F6496D2B455}" dt="2025-11-01T13:36:53.149" v="1943" actId="2696"/>
        <pc:sldMkLst>
          <pc:docMk/>
          <pc:sldMk cId="4091085996" sldId="302"/>
        </pc:sldMkLst>
        <pc:spChg chg="mod">
          <ac:chgData name="Brij Kishor" userId="1fa19fea-0850-4853-853b-4219bbb567e5" providerId="ADAL" clId="{E74B0354-284E-5A9E-93A0-7F6496D2B455}" dt="2025-11-01T13:36:34.469" v="1942"/>
          <ac:spMkLst>
            <pc:docMk/>
            <pc:sldMk cId="4091085996" sldId="302"/>
            <ac:spMk id="3" creationId="{CA660F70-07EA-4781-0EC1-BA2897869CDE}"/>
          </ac:spMkLst>
        </pc:spChg>
      </pc:sldChg>
      <pc:sldChg chg="modSp add mod ord">
        <pc:chgData name="Brij Kishor" userId="1fa19fea-0850-4853-853b-4219bbb567e5" providerId="ADAL" clId="{E74B0354-284E-5A9E-93A0-7F6496D2B455}" dt="2025-11-01T13:39:25.011" v="1953"/>
        <pc:sldMkLst>
          <pc:docMk/>
          <pc:sldMk cId="436427474" sldId="303"/>
        </pc:sldMkLst>
        <pc:spChg chg="mod">
          <ac:chgData name="Brij Kishor" userId="1fa19fea-0850-4853-853b-4219bbb567e5" providerId="ADAL" clId="{E74B0354-284E-5A9E-93A0-7F6496D2B455}" dt="2025-11-01T13:39:25.011" v="1953"/>
          <ac:spMkLst>
            <pc:docMk/>
            <pc:sldMk cId="436427474" sldId="303"/>
            <ac:spMk id="5" creationId="{ACF34677-C65E-65C3-74BC-68E36734D589}"/>
          </ac:spMkLst>
        </pc:spChg>
      </pc:sldChg>
      <pc:sldChg chg="modSp add mod ord">
        <pc:chgData name="Brij Kishor" userId="1fa19fea-0850-4853-853b-4219bbb567e5" providerId="ADAL" clId="{E74B0354-284E-5A9E-93A0-7F6496D2B455}" dt="2025-11-01T13:40:03.167" v="1959" actId="27636"/>
        <pc:sldMkLst>
          <pc:docMk/>
          <pc:sldMk cId="4171552803" sldId="304"/>
        </pc:sldMkLst>
        <pc:spChg chg="mod">
          <ac:chgData name="Brij Kishor" userId="1fa19fea-0850-4853-853b-4219bbb567e5" providerId="ADAL" clId="{E74B0354-284E-5A9E-93A0-7F6496D2B455}" dt="2025-11-01T13:40:03.167" v="1959" actId="27636"/>
          <ac:spMkLst>
            <pc:docMk/>
            <pc:sldMk cId="4171552803" sldId="304"/>
            <ac:spMk id="5" creationId="{917BC57C-0AC7-4422-9C39-36FEABB69BDD}"/>
          </ac:spMkLst>
        </pc:spChg>
      </pc:sldChg>
      <pc:sldChg chg="modSp add mod ord">
        <pc:chgData name="Brij Kishor" userId="1fa19fea-0850-4853-853b-4219bbb567e5" providerId="ADAL" clId="{E74B0354-284E-5A9E-93A0-7F6496D2B455}" dt="2025-11-01T13:41:22.490" v="1998" actId="255"/>
        <pc:sldMkLst>
          <pc:docMk/>
          <pc:sldMk cId="639330902" sldId="305"/>
        </pc:sldMkLst>
        <pc:spChg chg="mod">
          <ac:chgData name="Brij Kishor" userId="1fa19fea-0850-4853-853b-4219bbb567e5" providerId="ADAL" clId="{E74B0354-284E-5A9E-93A0-7F6496D2B455}" dt="2025-11-01T13:41:22.490" v="1998" actId="255"/>
          <ac:spMkLst>
            <pc:docMk/>
            <pc:sldMk cId="639330902" sldId="305"/>
            <ac:spMk id="5" creationId="{031946D7-F263-CB17-CD39-DD1FA6BB5F2D}"/>
          </ac:spMkLst>
        </pc:spChg>
      </pc:sldChg>
      <pc:sldChg chg="modSp add del mod">
        <pc:chgData name="Brij Kishor" userId="1fa19fea-0850-4853-853b-4219bbb567e5" providerId="ADAL" clId="{E74B0354-284E-5A9E-93A0-7F6496D2B455}" dt="2025-11-01T13:51:44.092" v="2107" actId="2696"/>
        <pc:sldMkLst>
          <pc:docMk/>
          <pc:sldMk cId="3146623955" sldId="306"/>
        </pc:sldMkLst>
        <pc:spChg chg="mod">
          <ac:chgData name="Brij Kishor" userId="1fa19fea-0850-4853-853b-4219bbb567e5" providerId="ADAL" clId="{E74B0354-284E-5A9E-93A0-7F6496D2B455}" dt="2025-11-01T13:43:57.643" v="2062" actId="404"/>
          <ac:spMkLst>
            <pc:docMk/>
            <pc:sldMk cId="3146623955" sldId="306"/>
            <ac:spMk id="5" creationId="{784C7568-0232-3AD0-5606-1267EB3501D8}"/>
          </ac:spMkLst>
        </pc:spChg>
      </pc:sldChg>
      <pc:sldChg chg="addSp delSp modSp add mod">
        <pc:chgData name="Brij Kishor" userId="1fa19fea-0850-4853-853b-4219bbb567e5" providerId="ADAL" clId="{E74B0354-284E-5A9E-93A0-7F6496D2B455}" dt="2025-11-01T13:46:05.589" v="2090" actId="20577"/>
        <pc:sldMkLst>
          <pc:docMk/>
          <pc:sldMk cId="1564490580" sldId="307"/>
        </pc:sldMkLst>
        <pc:spChg chg="add mod">
          <ac:chgData name="Brij Kishor" userId="1fa19fea-0850-4853-853b-4219bbb567e5" providerId="ADAL" clId="{E74B0354-284E-5A9E-93A0-7F6496D2B455}" dt="2025-11-01T13:46:05.589" v="2090" actId="20577"/>
          <ac:spMkLst>
            <pc:docMk/>
            <pc:sldMk cId="1564490580" sldId="307"/>
            <ac:spMk id="4" creationId="{8E9C64F9-8DA6-FB10-E01B-EDC793773CBB}"/>
          </ac:spMkLst>
        </pc:spChg>
        <pc:spChg chg="del mod">
          <ac:chgData name="Brij Kishor" userId="1fa19fea-0850-4853-853b-4219bbb567e5" providerId="ADAL" clId="{E74B0354-284E-5A9E-93A0-7F6496D2B455}" dt="2025-11-01T13:44:48.911" v="2068"/>
          <ac:spMkLst>
            <pc:docMk/>
            <pc:sldMk cId="1564490580" sldId="307"/>
            <ac:spMk id="5" creationId="{F93F77C1-344B-3D01-1FBB-189C6208F460}"/>
          </ac:spMkLst>
        </pc:spChg>
        <pc:picChg chg="add mod">
          <ac:chgData name="Brij Kishor" userId="1fa19fea-0850-4853-853b-4219bbb567e5" providerId="ADAL" clId="{E74B0354-284E-5A9E-93A0-7F6496D2B455}" dt="2025-11-01T13:45:25.995" v="2077" actId="1076"/>
          <ac:picMkLst>
            <pc:docMk/>
            <pc:sldMk cId="1564490580" sldId="307"/>
            <ac:picMk id="2" creationId="{D36EA25E-9077-5AFB-2E4C-4764261BA10C}"/>
          </ac:picMkLst>
        </pc:picChg>
      </pc:sldChg>
      <pc:sldChg chg="modSp add del mod ord">
        <pc:chgData name="Brij Kishor" userId="1fa19fea-0850-4853-853b-4219bbb567e5" providerId="ADAL" clId="{E74B0354-284E-5A9E-93A0-7F6496D2B455}" dt="2025-11-01T13:57:37.560" v="2113" actId="2696"/>
        <pc:sldMkLst>
          <pc:docMk/>
          <pc:sldMk cId="4039987281" sldId="308"/>
        </pc:sldMkLst>
        <pc:spChg chg="mod">
          <ac:chgData name="Brij Kishor" userId="1fa19fea-0850-4853-853b-4219bbb567e5" providerId="ADAL" clId="{E74B0354-284E-5A9E-93A0-7F6496D2B455}" dt="2025-11-01T13:47:23.035" v="2102" actId="403"/>
          <ac:spMkLst>
            <pc:docMk/>
            <pc:sldMk cId="4039987281" sldId="308"/>
            <ac:spMk id="5" creationId="{C725C367-55ED-664E-FCE1-9DCB8EEF6122}"/>
          </ac:spMkLst>
        </pc:spChg>
      </pc:sldChg>
      <pc:sldChg chg="new del">
        <pc:chgData name="Brij Kishor" userId="1fa19fea-0850-4853-853b-4219bbb567e5" providerId="ADAL" clId="{E74B0354-284E-5A9E-93A0-7F6496D2B455}" dt="2025-11-01T13:57:45.444" v="2115" actId="2696"/>
        <pc:sldMkLst>
          <pc:docMk/>
          <pc:sldMk cId="771697795" sldId="309"/>
        </pc:sldMkLst>
      </pc:sldChg>
      <pc:sldChg chg="addSp delSp modSp add mod setBg">
        <pc:chgData name="Brij Kishor" userId="1fa19fea-0850-4853-853b-4219bbb567e5" providerId="ADAL" clId="{E74B0354-284E-5A9E-93A0-7F6496D2B455}" dt="2025-11-01T14:01:17.448" v="2199" actId="20577"/>
        <pc:sldMkLst>
          <pc:docMk/>
          <pc:sldMk cId="0" sldId="310"/>
        </pc:sldMkLst>
        <pc:spChg chg="mod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2" creationId="{00000000-0000-0000-0000-000000000000}"/>
          </ac:spMkLst>
        </pc:spChg>
        <pc:spChg chg="mod">
          <ac:chgData name="Brij Kishor" userId="1fa19fea-0850-4853-853b-4219bbb567e5" providerId="ADAL" clId="{E74B0354-284E-5A9E-93A0-7F6496D2B455}" dt="2025-11-01T14:01:17.448" v="2199" actId="20577"/>
          <ac:spMkLst>
            <pc:docMk/>
            <pc:sldMk cId="0" sldId="310"/>
            <ac:spMk id="3" creationId="{00000000-0000-0000-0000-000000000000}"/>
          </ac:spMkLst>
        </pc:spChg>
        <pc:spChg chg="add del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8" creationId="{081EA652-8C6A-4E69-BEB9-170809474553}"/>
          </ac:spMkLst>
        </pc:spChg>
        <pc:spChg chg="add del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10" creationId="{5298780A-33B9-4EA2-8F67-DE68AD62841B}"/>
          </ac:spMkLst>
        </pc:spChg>
        <pc:spChg chg="add del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12" creationId="{7F488E8B-4E1E-4402-8935-D4E6C02615C7}"/>
          </ac:spMkLst>
        </pc:spChg>
        <pc:spChg chg="add del">
          <ac:chgData name="Brij Kishor" userId="1fa19fea-0850-4853-853b-4219bbb567e5" providerId="ADAL" clId="{E74B0354-284E-5A9E-93A0-7F6496D2B455}" dt="2025-11-01T14:00:25.887" v="2173" actId="26606"/>
          <ac:spMkLst>
            <pc:docMk/>
            <pc:sldMk cId="0" sldId="310"/>
            <ac:spMk id="17" creationId="{FFD48BC7-DC40-47DE-87EE-9F4B6ECB9ABB}"/>
          </ac:spMkLst>
        </pc:spChg>
        <pc:spChg chg="add del">
          <ac:chgData name="Brij Kishor" userId="1fa19fea-0850-4853-853b-4219bbb567e5" providerId="ADAL" clId="{E74B0354-284E-5A9E-93A0-7F6496D2B455}" dt="2025-11-01T14:00:25.887" v="2173" actId="26606"/>
          <ac:spMkLst>
            <pc:docMk/>
            <pc:sldMk cId="0" sldId="310"/>
            <ac:spMk id="19" creationId="{E502BBC7-2C76-46F3-BC24-5985BC13DB88}"/>
          </ac:spMkLst>
        </pc:spChg>
        <pc:spChg chg="add del">
          <ac:chgData name="Brij Kishor" userId="1fa19fea-0850-4853-853b-4219bbb567e5" providerId="ADAL" clId="{E74B0354-284E-5A9E-93A0-7F6496D2B455}" dt="2025-11-01T14:00:25.887" v="2173" actId="26606"/>
          <ac:spMkLst>
            <pc:docMk/>
            <pc:sldMk cId="0" sldId="310"/>
            <ac:spMk id="21" creationId="{C7F28D52-2A5F-4D23-81AE-7CB8B591C7AF}"/>
          </ac:spMkLst>
        </pc:spChg>
        <pc:spChg chg="add del">
          <ac:chgData name="Brij Kishor" userId="1fa19fea-0850-4853-853b-4219bbb567e5" providerId="ADAL" clId="{E74B0354-284E-5A9E-93A0-7F6496D2B455}" dt="2025-11-01T14:00:25.887" v="2173" actId="26606"/>
          <ac:spMkLst>
            <pc:docMk/>
            <pc:sldMk cId="0" sldId="310"/>
            <ac:spMk id="23" creationId="{3629484E-3792-4B3D-89AD-7C8A1ED0E0D4}"/>
          </ac:spMkLst>
        </pc:spChg>
        <pc:spChg chg="add del">
          <ac:chgData name="Brij Kishor" userId="1fa19fea-0850-4853-853b-4219bbb567e5" providerId="ADAL" clId="{E74B0354-284E-5A9E-93A0-7F6496D2B455}" dt="2025-11-01T14:00:28.881" v="2175" actId="26606"/>
          <ac:spMkLst>
            <pc:docMk/>
            <pc:sldMk cId="0" sldId="310"/>
            <ac:spMk id="25" creationId="{3AD318CC-E2A8-4E27-9548-A047A78999B1}"/>
          </ac:spMkLst>
        </pc:spChg>
        <pc:spChg chg="add del">
          <ac:chgData name="Brij Kishor" userId="1fa19fea-0850-4853-853b-4219bbb567e5" providerId="ADAL" clId="{E74B0354-284E-5A9E-93A0-7F6496D2B455}" dt="2025-11-01T14:00:28.881" v="2175" actId="26606"/>
          <ac:spMkLst>
            <pc:docMk/>
            <pc:sldMk cId="0" sldId="310"/>
            <ac:spMk id="28" creationId="{2C1BBA94-3F40-40AA-8BB9-E69E25E537C1}"/>
          </ac:spMkLst>
        </pc:spChg>
        <pc:spChg chg="add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30" creationId="{081EA652-8C6A-4E69-BEB9-170809474553}"/>
          </ac:spMkLst>
        </pc:spChg>
        <pc:spChg chg="add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31" creationId="{5298780A-33B9-4EA2-8F67-DE68AD62841B}"/>
          </ac:spMkLst>
        </pc:spChg>
        <pc:spChg chg="add">
          <ac:chgData name="Brij Kishor" userId="1fa19fea-0850-4853-853b-4219bbb567e5" providerId="ADAL" clId="{E74B0354-284E-5A9E-93A0-7F6496D2B455}" dt="2025-11-01T14:00:28.888" v="2176" actId="26606"/>
          <ac:spMkLst>
            <pc:docMk/>
            <pc:sldMk cId="0" sldId="310"/>
            <ac:spMk id="32" creationId="{7F488E8B-4E1E-4402-8935-D4E6C02615C7}"/>
          </ac:spMkLst>
        </pc:spChg>
        <pc:grpChg chg="add del">
          <ac:chgData name="Brij Kishor" userId="1fa19fea-0850-4853-853b-4219bbb567e5" providerId="ADAL" clId="{E74B0354-284E-5A9E-93A0-7F6496D2B455}" dt="2025-11-01T14:00:28.881" v="2175" actId="26606"/>
          <ac:grpSpMkLst>
            <pc:docMk/>
            <pc:sldMk cId="0" sldId="310"/>
            <ac:grpSpMk id="26" creationId="{B14B560F-9DD7-4302-A60B-EBD3EF59B073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F4B58-2FF0-415F-AEF2-C68E5F8B8296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E0034E3-BEF4-4650-9A00-6F2AD748EDDB}">
      <dgm:prSet/>
      <dgm:spPr/>
      <dgm:t>
        <a:bodyPr/>
        <a:lstStyle/>
        <a:p>
          <a:r>
            <a:rPr lang="en-US"/>
            <a:t>Integrate</a:t>
          </a:r>
        </a:p>
      </dgm:t>
    </dgm:pt>
    <dgm:pt modelId="{DE2D37FB-424C-4FB1-B31D-119B2FBAAC14}" type="parTrans" cxnId="{4B644DE2-D4E0-463C-B70E-B95FD7BE5175}">
      <dgm:prSet/>
      <dgm:spPr/>
      <dgm:t>
        <a:bodyPr/>
        <a:lstStyle/>
        <a:p>
          <a:endParaRPr lang="en-US"/>
        </a:p>
      </dgm:t>
    </dgm:pt>
    <dgm:pt modelId="{CEF25215-9667-4640-B16C-B0C61DBC2EDD}" type="sibTrans" cxnId="{4B644DE2-D4E0-463C-B70E-B95FD7BE5175}">
      <dgm:prSet/>
      <dgm:spPr/>
      <dgm:t>
        <a:bodyPr/>
        <a:lstStyle/>
        <a:p>
          <a:endParaRPr lang="en-US"/>
        </a:p>
      </dgm:t>
    </dgm:pt>
    <dgm:pt modelId="{776580A2-C209-420A-8AB2-8805049F5455}">
      <dgm:prSet/>
      <dgm:spPr/>
      <dgm:t>
        <a:bodyPr/>
        <a:lstStyle/>
        <a:p>
          <a:r>
            <a:rPr lang="en-US"/>
            <a:t>Integrate real-time factual verification using medical knowledge graphs (UMLS, RadGraph).</a:t>
          </a:r>
        </a:p>
      </dgm:t>
    </dgm:pt>
    <dgm:pt modelId="{0A80796F-47BD-4C2D-8450-F82E3153DAE6}" type="parTrans" cxnId="{E4810539-D83A-4B6D-8514-9047F5BF96A0}">
      <dgm:prSet/>
      <dgm:spPr/>
      <dgm:t>
        <a:bodyPr/>
        <a:lstStyle/>
        <a:p>
          <a:endParaRPr lang="en-US"/>
        </a:p>
      </dgm:t>
    </dgm:pt>
    <dgm:pt modelId="{5CEC08A1-C434-4586-9A0E-666767C591A5}" type="sibTrans" cxnId="{E4810539-D83A-4B6D-8514-9047F5BF96A0}">
      <dgm:prSet/>
      <dgm:spPr/>
      <dgm:t>
        <a:bodyPr/>
        <a:lstStyle/>
        <a:p>
          <a:endParaRPr lang="en-US"/>
        </a:p>
      </dgm:t>
    </dgm:pt>
    <dgm:pt modelId="{11490166-D108-4344-955F-7966AE7B541C}">
      <dgm:prSet/>
      <dgm:spPr/>
      <dgm:t>
        <a:bodyPr/>
        <a:lstStyle/>
        <a:p>
          <a:r>
            <a:rPr lang="en-US"/>
            <a:t>Implement</a:t>
          </a:r>
        </a:p>
      </dgm:t>
    </dgm:pt>
    <dgm:pt modelId="{EF1667BF-E22A-4EAB-827F-AFC2D34EF110}" type="parTrans" cxnId="{1C16BD66-3EB3-488F-AFCD-600B54A43D47}">
      <dgm:prSet/>
      <dgm:spPr/>
      <dgm:t>
        <a:bodyPr/>
        <a:lstStyle/>
        <a:p>
          <a:endParaRPr lang="en-US"/>
        </a:p>
      </dgm:t>
    </dgm:pt>
    <dgm:pt modelId="{B8001DA2-800B-47AA-ABC0-A72118F4B48A}" type="sibTrans" cxnId="{1C16BD66-3EB3-488F-AFCD-600B54A43D47}">
      <dgm:prSet/>
      <dgm:spPr/>
      <dgm:t>
        <a:bodyPr/>
        <a:lstStyle/>
        <a:p>
          <a:endParaRPr lang="en-US"/>
        </a:p>
      </dgm:t>
    </dgm:pt>
    <dgm:pt modelId="{FEC7539F-A7DB-424E-923A-F4850A219CC2}">
      <dgm:prSet/>
      <dgm:spPr/>
      <dgm:t>
        <a:bodyPr/>
        <a:lstStyle/>
        <a:p>
          <a:r>
            <a:rPr lang="en-US"/>
            <a:t>Implement dynamic RAG activation – use retrieval only when model uncertainty is high.</a:t>
          </a:r>
        </a:p>
      </dgm:t>
    </dgm:pt>
    <dgm:pt modelId="{C2441A97-3156-46E4-80FD-8CB1DC0EEF42}" type="parTrans" cxnId="{7F8525FB-6DA7-49ED-AC54-57F9311A9E84}">
      <dgm:prSet/>
      <dgm:spPr/>
      <dgm:t>
        <a:bodyPr/>
        <a:lstStyle/>
        <a:p>
          <a:endParaRPr lang="en-US"/>
        </a:p>
      </dgm:t>
    </dgm:pt>
    <dgm:pt modelId="{01D0E60B-23C9-4890-8079-5A3F242918B9}" type="sibTrans" cxnId="{7F8525FB-6DA7-49ED-AC54-57F9311A9E84}">
      <dgm:prSet/>
      <dgm:spPr/>
      <dgm:t>
        <a:bodyPr/>
        <a:lstStyle/>
        <a:p>
          <a:endParaRPr lang="en-US"/>
        </a:p>
      </dgm:t>
    </dgm:pt>
    <dgm:pt modelId="{4CD9A65E-1358-43E6-A2D1-4E90E8B6BD55}">
      <dgm:prSet/>
      <dgm:spPr/>
      <dgm:t>
        <a:bodyPr/>
        <a:lstStyle/>
        <a:p>
          <a:r>
            <a:rPr lang="en-US"/>
            <a:t>Introduce</a:t>
          </a:r>
        </a:p>
      </dgm:t>
    </dgm:pt>
    <dgm:pt modelId="{3C316FD4-6C2A-4F7C-84F7-E1CB000B8EBB}" type="parTrans" cxnId="{43748AFB-A830-4084-AC4D-6007CF4EFF00}">
      <dgm:prSet/>
      <dgm:spPr/>
      <dgm:t>
        <a:bodyPr/>
        <a:lstStyle/>
        <a:p>
          <a:endParaRPr lang="en-US"/>
        </a:p>
      </dgm:t>
    </dgm:pt>
    <dgm:pt modelId="{868C840D-183D-4616-ADB6-7B957214DF2B}" type="sibTrans" cxnId="{43748AFB-A830-4084-AC4D-6007CF4EFF00}">
      <dgm:prSet/>
      <dgm:spPr/>
      <dgm:t>
        <a:bodyPr/>
        <a:lstStyle/>
        <a:p>
          <a:endParaRPr lang="en-US"/>
        </a:p>
      </dgm:t>
    </dgm:pt>
    <dgm:pt modelId="{474D7E5E-3AA2-450B-A437-30401543D6A7}">
      <dgm:prSet/>
      <dgm:spPr/>
      <dgm:t>
        <a:bodyPr/>
        <a:lstStyle/>
        <a:p>
          <a:r>
            <a:rPr lang="en-US"/>
            <a:t>Introduce attention-based explainability dashboards for clinical transparency.</a:t>
          </a:r>
        </a:p>
      </dgm:t>
    </dgm:pt>
    <dgm:pt modelId="{A17D6696-56E5-4D4D-BFCE-AFE74CBAF85B}" type="parTrans" cxnId="{5763005E-41F4-427F-8CFB-4571E3E04E85}">
      <dgm:prSet/>
      <dgm:spPr/>
      <dgm:t>
        <a:bodyPr/>
        <a:lstStyle/>
        <a:p>
          <a:endParaRPr lang="en-US"/>
        </a:p>
      </dgm:t>
    </dgm:pt>
    <dgm:pt modelId="{8FC1815F-7AB5-463E-899D-83074B1A24A7}" type="sibTrans" cxnId="{5763005E-41F4-427F-8CFB-4571E3E04E85}">
      <dgm:prSet/>
      <dgm:spPr/>
      <dgm:t>
        <a:bodyPr/>
        <a:lstStyle/>
        <a:p>
          <a:endParaRPr lang="en-US"/>
        </a:p>
      </dgm:t>
    </dgm:pt>
    <dgm:pt modelId="{4D1C4AFE-C8D3-47C3-A3EB-10A9EAF18425}">
      <dgm:prSet/>
      <dgm:spPr/>
      <dgm:t>
        <a:bodyPr/>
        <a:lstStyle/>
        <a:p>
          <a:r>
            <a:rPr lang="en-US"/>
            <a:t>Extend</a:t>
          </a:r>
        </a:p>
      </dgm:t>
    </dgm:pt>
    <dgm:pt modelId="{9F7379EF-FB68-4C8A-9A2B-99AB3BC754C9}" type="parTrans" cxnId="{4DFE1F07-0C2E-41ED-9FA5-15ED1A860D5E}">
      <dgm:prSet/>
      <dgm:spPr/>
      <dgm:t>
        <a:bodyPr/>
        <a:lstStyle/>
        <a:p>
          <a:endParaRPr lang="en-US"/>
        </a:p>
      </dgm:t>
    </dgm:pt>
    <dgm:pt modelId="{60ED8328-5203-4402-8A38-1404BD535B91}" type="sibTrans" cxnId="{4DFE1F07-0C2E-41ED-9FA5-15ED1A860D5E}">
      <dgm:prSet/>
      <dgm:spPr/>
      <dgm:t>
        <a:bodyPr/>
        <a:lstStyle/>
        <a:p>
          <a:endParaRPr lang="en-US"/>
        </a:p>
      </dgm:t>
    </dgm:pt>
    <dgm:pt modelId="{DB3BFBBE-008C-4003-B53B-F804416FF963}">
      <dgm:prSet/>
      <dgm:spPr/>
      <dgm:t>
        <a:bodyPr/>
        <a:lstStyle/>
        <a:p>
          <a:r>
            <a:rPr lang="en-US"/>
            <a:t>Extend MMed-RAG to multilingual medical datasets for global adaptability.</a:t>
          </a:r>
        </a:p>
      </dgm:t>
    </dgm:pt>
    <dgm:pt modelId="{A9D8611D-8885-403F-97CB-BB5170DBEEA5}" type="parTrans" cxnId="{7D721CFE-2FD3-4708-90E6-883A144121C3}">
      <dgm:prSet/>
      <dgm:spPr/>
      <dgm:t>
        <a:bodyPr/>
        <a:lstStyle/>
        <a:p>
          <a:endParaRPr lang="en-US"/>
        </a:p>
      </dgm:t>
    </dgm:pt>
    <dgm:pt modelId="{33FABA6A-ACD9-4A08-B3CD-F4A86727FCC7}" type="sibTrans" cxnId="{7D721CFE-2FD3-4708-90E6-883A144121C3}">
      <dgm:prSet/>
      <dgm:spPr/>
      <dgm:t>
        <a:bodyPr/>
        <a:lstStyle/>
        <a:p>
          <a:endParaRPr lang="en-US"/>
        </a:p>
      </dgm:t>
    </dgm:pt>
    <dgm:pt modelId="{E7C48989-50D9-47DD-8596-095E46998B7F}">
      <dgm:prSet/>
      <dgm:spPr/>
      <dgm:t>
        <a:bodyPr/>
        <a:lstStyle/>
        <a:p>
          <a:r>
            <a:rPr lang="en-US"/>
            <a:t>Explore</a:t>
          </a:r>
        </a:p>
      </dgm:t>
    </dgm:pt>
    <dgm:pt modelId="{14199F57-E6F5-4958-8450-305B93C65A3E}" type="parTrans" cxnId="{469FA7CA-C5E4-4A77-98AB-C7F2FACA1328}">
      <dgm:prSet/>
      <dgm:spPr/>
      <dgm:t>
        <a:bodyPr/>
        <a:lstStyle/>
        <a:p>
          <a:endParaRPr lang="en-US"/>
        </a:p>
      </dgm:t>
    </dgm:pt>
    <dgm:pt modelId="{0C1D61DF-F829-4F34-BE76-AABDC7543F1A}" type="sibTrans" cxnId="{469FA7CA-C5E4-4A77-98AB-C7F2FACA1328}">
      <dgm:prSet/>
      <dgm:spPr/>
      <dgm:t>
        <a:bodyPr/>
        <a:lstStyle/>
        <a:p>
          <a:endParaRPr lang="en-US"/>
        </a:p>
      </dgm:t>
    </dgm:pt>
    <dgm:pt modelId="{9E536ACC-7077-4DB1-B8C7-6A8108EC9746}">
      <dgm:prSet/>
      <dgm:spPr/>
      <dgm:t>
        <a:bodyPr/>
        <a:lstStyle/>
        <a:p>
          <a:r>
            <a:rPr lang="en-US"/>
            <a:t>Explore integration with continual learning to adapt to evolving medical knowledge.</a:t>
          </a:r>
        </a:p>
      </dgm:t>
    </dgm:pt>
    <dgm:pt modelId="{54C27A4B-F13B-44B1-BBC7-B63D09829358}" type="parTrans" cxnId="{0FA68575-82DA-453C-87E0-C952A89BD872}">
      <dgm:prSet/>
      <dgm:spPr/>
      <dgm:t>
        <a:bodyPr/>
        <a:lstStyle/>
        <a:p>
          <a:endParaRPr lang="en-US"/>
        </a:p>
      </dgm:t>
    </dgm:pt>
    <dgm:pt modelId="{EA3261F0-0E4C-4561-B9C2-6F40505AF042}" type="sibTrans" cxnId="{0FA68575-82DA-453C-87E0-C952A89BD872}">
      <dgm:prSet/>
      <dgm:spPr/>
      <dgm:t>
        <a:bodyPr/>
        <a:lstStyle/>
        <a:p>
          <a:endParaRPr lang="en-US"/>
        </a:p>
      </dgm:t>
    </dgm:pt>
    <dgm:pt modelId="{A791D229-D240-DD46-9522-E06FB7215361}" type="pres">
      <dgm:prSet presAssocID="{631F4B58-2FF0-415F-AEF2-C68E5F8B8296}" presName="Name0" presStyleCnt="0">
        <dgm:presLayoutVars>
          <dgm:dir/>
          <dgm:animLvl val="lvl"/>
          <dgm:resizeHandles val="exact"/>
        </dgm:presLayoutVars>
      </dgm:prSet>
      <dgm:spPr/>
    </dgm:pt>
    <dgm:pt modelId="{ED888D0F-E559-EE4E-B25A-0F6C217F8D35}" type="pres">
      <dgm:prSet presAssocID="{AE0034E3-BEF4-4650-9A00-6F2AD748EDDB}" presName="linNode" presStyleCnt="0"/>
      <dgm:spPr/>
    </dgm:pt>
    <dgm:pt modelId="{EA0C6E57-6617-C543-8EF6-89B8A1BAFD4F}" type="pres">
      <dgm:prSet presAssocID="{AE0034E3-BEF4-4650-9A00-6F2AD748EDDB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CB068C07-CA4D-0745-86C7-26B927E20613}" type="pres">
      <dgm:prSet presAssocID="{AE0034E3-BEF4-4650-9A00-6F2AD748EDDB}" presName="descendantText" presStyleLbl="alignNode1" presStyleIdx="0" presStyleCnt="5">
        <dgm:presLayoutVars>
          <dgm:bulletEnabled/>
        </dgm:presLayoutVars>
      </dgm:prSet>
      <dgm:spPr/>
    </dgm:pt>
    <dgm:pt modelId="{AFA9B529-FA77-094B-B6A6-773832D45D5C}" type="pres">
      <dgm:prSet presAssocID="{CEF25215-9667-4640-B16C-B0C61DBC2EDD}" presName="sp" presStyleCnt="0"/>
      <dgm:spPr/>
    </dgm:pt>
    <dgm:pt modelId="{04D0F360-8B14-6141-87A7-B49332676AED}" type="pres">
      <dgm:prSet presAssocID="{11490166-D108-4344-955F-7966AE7B541C}" presName="linNode" presStyleCnt="0"/>
      <dgm:spPr/>
    </dgm:pt>
    <dgm:pt modelId="{6C02BC50-F846-364C-8CA0-16EFD89A11C4}" type="pres">
      <dgm:prSet presAssocID="{11490166-D108-4344-955F-7966AE7B541C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680A3359-D47A-7940-A978-A40ABB0CF58E}" type="pres">
      <dgm:prSet presAssocID="{11490166-D108-4344-955F-7966AE7B541C}" presName="descendantText" presStyleLbl="alignNode1" presStyleIdx="1" presStyleCnt="5">
        <dgm:presLayoutVars>
          <dgm:bulletEnabled/>
        </dgm:presLayoutVars>
      </dgm:prSet>
      <dgm:spPr/>
    </dgm:pt>
    <dgm:pt modelId="{C45975E4-0950-D44E-BA56-149B32DA418F}" type="pres">
      <dgm:prSet presAssocID="{B8001DA2-800B-47AA-ABC0-A72118F4B48A}" presName="sp" presStyleCnt="0"/>
      <dgm:spPr/>
    </dgm:pt>
    <dgm:pt modelId="{69B518B8-64F6-F647-AE2E-7371A850B78A}" type="pres">
      <dgm:prSet presAssocID="{4CD9A65E-1358-43E6-A2D1-4E90E8B6BD55}" presName="linNode" presStyleCnt="0"/>
      <dgm:spPr/>
    </dgm:pt>
    <dgm:pt modelId="{BFE2DB32-9DB7-684D-900D-125D85A42723}" type="pres">
      <dgm:prSet presAssocID="{4CD9A65E-1358-43E6-A2D1-4E90E8B6BD55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0F94BA45-CAA3-834A-91C9-C19FFD325513}" type="pres">
      <dgm:prSet presAssocID="{4CD9A65E-1358-43E6-A2D1-4E90E8B6BD55}" presName="descendantText" presStyleLbl="alignNode1" presStyleIdx="2" presStyleCnt="5">
        <dgm:presLayoutVars>
          <dgm:bulletEnabled/>
        </dgm:presLayoutVars>
      </dgm:prSet>
      <dgm:spPr/>
    </dgm:pt>
    <dgm:pt modelId="{A493BF5E-2AAA-3240-82B9-E16C5941BBE4}" type="pres">
      <dgm:prSet presAssocID="{868C840D-183D-4616-ADB6-7B957214DF2B}" presName="sp" presStyleCnt="0"/>
      <dgm:spPr/>
    </dgm:pt>
    <dgm:pt modelId="{F05EAA07-BF58-2B4D-A692-662E11080C07}" type="pres">
      <dgm:prSet presAssocID="{4D1C4AFE-C8D3-47C3-A3EB-10A9EAF18425}" presName="linNode" presStyleCnt="0"/>
      <dgm:spPr/>
    </dgm:pt>
    <dgm:pt modelId="{FD7A988F-FBC4-254C-BF0A-95313125587B}" type="pres">
      <dgm:prSet presAssocID="{4D1C4AFE-C8D3-47C3-A3EB-10A9EAF18425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685DA90E-38BD-3F4A-8B62-BC5DBF25ED63}" type="pres">
      <dgm:prSet presAssocID="{4D1C4AFE-C8D3-47C3-A3EB-10A9EAF18425}" presName="descendantText" presStyleLbl="alignNode1" presStyleIdx="3" presStyleCnt="5">
        <dgm:presLayoutVars>
          <dgm:bulletEnabled/>
        </dgm:presLayoutVars>
      </dgm:prSet>
      <dgm:spPr/>
    </dgm:pt>
    <dgm:pt modelId="{91217127-D573-5E45-BA01-F5A89DD7422E}" type="pres">
      <dgm:prSet presAssocID="{60ED8328-5203-4402-8A38-1404BD535B91}" presName="sp" presStyleCnt="0"/>
      <dgm:spPr/>
    </dgm:pt>
    <dgm:pt modelId="{7C9FAE6A-6EAB-6B4E-8D3F-5E4B85A468B2}" type="pres">
      <dgm:prSet presAssocID="{E7C48989-50D9-47DD-8596-095E46998B7F}" presName="linNode" presStyleCnt="0"/>
      <dgm:spPr/>
    </dgm:pt>
    <dgm:pt modelId="{3FC36632-02F1-1F48-B885-10D8BCC4F6FD}" type="pres">
      <dgm:prSet presAssocID="{E7C48989-50D9-47DD-8596-095E46998B7F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E722E52A-AE57-9646-81D8-2871B7D2B959}" type="pres">
      <dgm:prSet presAssocID="{E7C48989-50D9-47DD-8596-095E46998B7F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4DFE1F07-0C2E-41ED-9FA5-15ED1A860D5E}" srcId="{631F4B58-2FF0-415F-AEF2-C68E5F8B8296}" destId="{4D1C4AFE-C8D3-47C3-A3EB-10A9EAF18425}" srcOrd="3" destOrd="0" parTransId="{9F7379EF-FB68-4C8A-9A2B-99AB3BC754C9}" sibTransId="{60ED8328-5203-4402-8A38-1404BD535B91}"/>
    <dgm:cxn modelId="{A7124B1D-4698-A448-A941-2EADB4D14FC0}" type="presOf" srcId="{631F4B58-2FF0-415F-AEF2-C68E5F8B8296}" destId="{A791D229-D240-DD46-9522-E06FB7215361}" srcOrd="0" destOrd="0" presId="urn:microsoft.com/office/officeart/2016/7/layout/VerticalHollowActionList"/>
    <dgm:cxn modelId="{59481428-83EA-5944-BF58-82FC6BB0C4EF}" type="presOf" srcId="{474D7E5E-3AA2-450B-A437-30401543D6A7}" destId="{0F94BA45-CAA3-834A-91C9-C19FFD325513}" srcOrd="0" destOrd="0" presId="urn:microsoft.com/office/officeart/2016/7/layout/VerticalHollowActionList"/>
    <dgm:cxn modelId="{45C95E30-ED00-6642-A377-145813DB44F9}" type="presOf" srcId="{AE0034E3-BEF4-4650-9A00-6F2AD748EDDB}" destId="{EA0C6E57-6617-C543-8EF6-89B8A1BAFD4F}" srcOrd="0" destOrd="0" presId="urn:microsoft.com/office/officeart/2016/7/layout/VerticalHollowActionList"/>
    <dgm:cxn modelId="{E4810539-D83A-4B6D-8514-9047F5BF96A0}" srcId="{AE0034E3-BEF4-4650-9A00-6F2AD748EDDB}" destId="{776580A2-C209-420A-8AB2-8805049F5455}" srcOrd="0" destOrd="0" parTransId="{0A80796F-47BD-4C2D-8450-F82E3153DAE6}" sibTransId="{5CEC08A1-C434-4586-9A0E-666767C591A5}"/>
    <dgm:cxn modelId="{061F0A43-817C-034C-B5CB-B6A595AAA399}" type="presOf" srcId="{9E536ACC-7077-4DB1-B8C7-6A8108EC9746}" destId="{E722E52A-AE57-9646-81D8-2871B7D2B959}" srcOrd="0" destOrd="0" presId="urn:microsoft.com/office/officeart/2016/7/layout/VerticalHollowActionList"/>
    <dgm:cxn modelId="{21D1EB47-872B-2242-A99F-938FFA83A742}" type="presOf" srcId="{11490166-D108-4344-955F-7966AE7B541C}" destId="{6C02BC50-F846-364C-8CA0-16EFD89A11C4}" srcOrd="0" destOrd="0" presId="urn:microsoft.com/office/officeart/2016/7/layout/VerticalHollowActionList"/>
    <dgm:cxn modelId="{5763005E-41F4-427F-8CFB-4571E3E04E85}" srcId="{4CD9A65E-1358-43E6-A2D1-4E90E8B6BD55}" destId="{474D7E5E-3AA2-450B-A437-30401543D6A7}" srcOrd="0" destOrd="0" parTransId="{A17D6696-56E5-4D4D-BFCE-AFE74CBAF85B}" sibTransId="{8FC1815F-7AB5-463E-899D-83074B1A24A7}"/>
    <dgm:cxn modelId="{1C16BD66-3EB3-488F-AFCD-600B54A43D47}" srcId="{631F4B58-2FF0-415F-AEF2-C68E5F8B8296}" destId="{11490166-D108-4344-955F-7966AE7B541C}" srcOrd="1" destOrd="0" parTransId="{EF1667BF-E22A-4EAB-827F-AFC2D34EF110}" sibTransId="{B8001DA2-800B-47AA-ABC0-A72118F4B48A}"/>
    <dgm:cxn modelId="{5D0A9C67-E4F1-5341-8752-43922BC7756A}" type="presOf" srcId="{776580A2-C209-420A-8AB2-8805049F5455}" destId="{CB068C07-CA4D-0745-86C7-26B927E20613}" srcOrd="0" destOrd="0" presId="urn:microsoft.com/office/officeart/2016/7/layout/VerticalHollowActionList"/>
    <dgm:cxn modelId="{E9AB6A74-4AEA-4D4E-BA25-A53595F68803}" type="presOf" srcId="{FEC7539F-A7DB-424E-923A-F4850A219CC2}" destId="{680A3359-D47A-7940-A978-A40ABB0CF58E}" srcOrd="0" destOrd="0" presId="urn:microsoft.com/office/officeart/2016/7/layout/VerticalHollowActionList"/>
    <dgm:cxn modelId="{0FA68575-82DA-453C-87E0-C952A89BD872}" srcId="{E7C48989-50D9-47DD-8596-095E46998B7F}" destId="{9E536ACC-7077-4DB1-B8C7-6A8108EC9746}" srcOrd="0" destOrd="0" parTransId="{54C27A4B-F13B-44B1-BBC7-B63D09829358}" sibTransId="{EA3261F0-0E4C-4561-B9C2-6F40505AF042}"/>
    <dgm:cxn modelId="{5889EB9E-75B7-144B-BB47-BA3DC6FBFB6D}" type="presOf" srcId="{4CD9A65E-1358-43E6-A2D1-4E90E8B6BD55}" destId="{BFE2DB32-9DB7-684D-900D-125D85A42723}" srcOrd="0" destOrd="0" presId="urn:microsoft.com/office/officeart/2016/7/layout/VerticalHollowActionList"/>
    <dgm:cxn modelId="{C19C24BC-F0B2-614C-A926-2273B4337759}" type="presOf" srcId="{DB3BFBBE-008C-4003-B53B-F804416FF963}" destId="{685DA90E-38BD-3F4A-8B62-BC5DBF25ED63}" srcOrd="0" destOrd="0" presId="urn:microsoft.com/office/officeart/2016/7/layout/VerticalHollowActionList"/>
    <dgm:cxn modelId="{469FA7CA-C5E4-4A77-98AB-C7F2FACA1328}" srcId="{631F4B58-2FF0-415F-AEF2-C68E5F8B8296}" destId="{E7C48989-50D9-47DD-8596-095E46998B7F}" srcOrd="4" destOrd="0" parTransId="{14199F57-E6F5-4958-8450-305B93C65A3E}" sibTransId="{0C1D61DF-F829-4F34-BE76-AABDC7543F1A}"/>
    <dgm:cxn modelId="{0FCB54D0-49BC-2C4E-A98D-9906F8E30C0B}" type="presOf" srcId="{4D1C4AFE-C8D3-47C3-A3EB-10A9EAF18425}" destId="{FD7A988F-FBC4-254C-BF0A-95313125587B}" srcOrd="0" destOrd="0" presId="urn:microsoft.com/office/officeart/2016/7/layout/VerticalHollowActionList"/>
    <dgm:cxn modelId="{230D4ED3-111A-BB41-99CD-35CE10F9DDE5}" type="presOf" srcId="{E7C48989-50D9-47DD-8596-095E46998B7F}" destId="{3FC36632-02F1-1F48-B885-10D8BCC4F6FD}" srcOrd="0" destOrd="0" presId="urn:microsoft.com/office/officeart/2016/7/layout/VerticalHollowActionList"/>
    <dgm:cxn modelId="{4B644DE2-D4E0-463C-B70E-B95FD7BE5175}" srcId="{631F4B58-2FF0-415F-AEF2-C68E5F8B8296}" destId="{AE0034E3-BEF4-4650-9A00-6F2AD748EDDB}" srcOrd="0" destOrd="0" parTransId="{DE2D37FB-424C-4FB1-B31D-119B2FBAAC14}" sibTransId="{CEF25215-9667-4640-B16C-B0C61DBC2EDD}"/>
    <dgm:cxn modelId="{7F8525FB-6DA7-49ED-AC54-57F9311A9E84}" srcId="{11490166-D108-4344-955F-7966AE7B541C}" destId="{FEC7539F-A7DB-424E-923A-F4850A219CC2}" srcOrd="0" destOrd="0" parTransId="{C2441A97-3156-46E4-80FD-8CB1DC0EEF42}" sibTransId="{01D0E60B-23C9-4890-8079-5A3F242918B9}"/>
    <dgm:cxn modelId="{43748AFB-A830-4084-AC4D-6007CF4EFF00}" srcId="{631F4B58-2FF0-415F-AEF2-C68E5F8B8296}" destId="{4CD9A65E-1358-43E6-A2D1-4E90E8B6BD55}" srcOrd="2" destOrd="0" parTransId="{3C316FD4-6C2A-4F7C-84F7-E1CB000B8EBB}" sibTransId="{868C840D-183D-4616-ADB6-7B957214DF2B}"/>
    <dgm:cxn modelId="{7D721CFE-2FD3-4708-90E6-883A144121C3}" srcId="{4D1C4AFE-C8D3-47C3-A3EB-10A9EAF18425}" destId="{DB3BFBBE-008C-4003-B53B-F804416FF963}" srcOrd="0" destOrd="0" parTransId="{A9D8611D-8885-403F-97CB-BB5170DBEEA5}" sibTransId="{33FABA6A-ACD9-4A08-B3CD-F4A86727FCC7}"/>
    <dgm:cxn modelId="{7394A4D0-B3DB-3740-8C79-9F0FF363C625}" type="presParOf" srcId="{A791D229-D240-DD46-9522-E06FB7215361}" destId="{ED888D0F-E559-EE4E-B25A-0F6C217F8D35}" srcOrd="0" destOrd="0" presId="urn:microsoft.com/office/officeart/2016/7/layout/VerticalHollowActionList"/>
    <dgm:cxn modelId="{8612A898-8A9B-F349-9B8A-877BFA585AE8}" type="presParOf" srcId="{ED888D0F-E559-EE4E-B25A-0F6C217F8D35}" destId="{EA0C6E57-6617-C543-8EF6-89B8A1BAFD4F}" srcOrd="0" destOrd="0" presId="urn:microsoft.com/office/officeart/2016/7/layout/VerticalHollowActionList"/>
    <dgm:cxn modelId="{0E226D19-E02F-9948-BE87-60424B9AFF3F}" type="presParOf" srcId="{ED888D0F-E559-EE4E-B25A-0F6C217F8D35}" destId="{CB068C07-CA4D-0745-86C7-26B927E20613}" srcOrd="1" destOrd="0" presId="urn:microsoft.com/office/officeart/2016/7/layout/VerticalHollowActionList"/>
    <dgm:cxn modelId="{6BDB7165-9662-7B46-82F7-C5BA51E35F72}" type="presParOf" srcId="{A791D229-D240-DD46-9522-E06FB7215361}" destId="{AFA9B529-FA77-094B-B6A6-773832D45D5C}" srcOrd="1" destOrd="0" presId="urn:microsoft.com/office/officeart/2016/7/layout/VerticalHollowActionList"/>
    <dgm:cxn modelId="{D811A468-0BB9-334B-BADC-60B4034F6011}" type="presParOf" srcId="{A791D229-D240-DD46-9522-E06FB7215361}" destId="{04D0F360-8B14-6141-87A7-B49332676AED}" srcOrd="2" destOrd="0" presId="urn:microsoft.com/office/officeart/2016/7/layout/VerticalHollowActionList"/>
    <dgm:cxn modelId="{74D04BCD-5445-EE42-8B49-E80BF71B125D}" type="presParOf" srcId="{04D0F360-8B14-6141-87A7-B49332676AED}" destId="{6C02BC50-F846-364C-8CA0-16EFD89A11C4}" srcOrd="0" destOrd="0" presId="urn:microsoft.com/office/officeart/2016/7/layout/VerticalHollowActionList"/>
    <dgm:cxn modelId="{10506308-5439-564E-AF3C-34CFCD8EB110}" type="presParOf" srcId="{04D0F360-8B14-6141-87A7-B49332676AED}" destId="{680A3359-D47A-7940-A978-A40ABB0CF58E}" srcOrd="1" destOrd="0" presId="urn:microsoft.com/office/officeart/2016/7/layout/VerticalHollowActionList"/>
    <dgm:cxn modelId="{405C6FB4-204A-5F49-9466-69EA44BAB8D0}" type="presParOf" srcId="{A791D229-D240-DD46-9522-E06FB7215361}" destId="{C45975E4-0950-D44E-BA56-149B32DA418F}" srcOrd="3" destOrd="0" presId="urn:microsoft.com/office/officeart/2016/7/layout/VerticalHollowActionList"/>
    <dgm:cxn modelId="{6BD8AF19-E692-B64E-B036-84EF63E26714}" type="presParOf" srcId="{A791D229-D240-DD46-9522-E06FB7215361}" destId="{69B518B8-64F6-F647-AE2E-7371A850B78A}" srcOrd="4" destOrd="0" presId="urn:microsoft.com/office/officeart/2016/7/layout/VerticalHollowActionList"/>
    <dgm:cxn modelId="{91EF69DD-AA18-A144-9D70-7720FBAC02E4}" type="presParOf" srcId="{69B518B8-64F6-F647-AE2E-7371A850B78A}" destId="{BFE2DB32-9DB7-684D-900D-125D85A42723}" srcOrd="0" destOrd="0" presId="urn:microsoft.com/office/officeart/2016/7/layout/VerticalHollowActionList"/>
    <dgm:cxn modelId="{B023D148-233B-5F4B-ABAF-E188081F0C52}" type="presParOf" srcId="{69B518B8-64F6-F647-AE2E-7371A850B78A}" destId="{0F94BA45-CAA3-834A-91C9-C19FFD325513}" srcOrd="1" destOrd="0" presId="urn:microsoft.com/office/officeart/2016/7/layout/VerticalHollowActionList"/>
    <dgm:cxn modelId="{5C9709AE-B459-7E43-BDF3-15CC66307D23}" type="presParOf" srcId="{A791D229-D240-DD46-9522-E06FB7215361}" destId="{A493BF5E-2AAA-3240-82B9-E16C5941BBE4}" srcOrd="5" destOrd="0" presId="urn:microsoft.com/office/officeart/2016/7/layout/VerticalHollowActionList"/>
    <dgm:cxn modelId="{0D4785F2-BD5E-BF4C-81DC-3AE67E66C6AB}" type="presParOf" srcId="{A791D229-D240-DD46-9522-E06FB7215361}" destId="{F05EAA07-BF58-2B4D-A692-662E11080C07}" srcOrd="6" destOrd="0" presId="urn:microsoft.com/office/officeart/2016/7/layout/VerticalHollowActionList"/>
    <dgm:cxn modelId="{6BD6D809-AA57-7343-9C32-790A62A02D97}" type="presParOf" srcId="{F05EAA07-BF58-2B4D-A692-662E11080C07}" destId="{FD7A988F-FBC4-254C-BF0A-95313125587B}" srcOrd="0" destOrd="0" presId="urn:microsoft.com/office/officeart/2016/7/layout/VerticalHollowActionList"/>
    <dgm:cxn modelId="{6D71B8E2-D835-F947-B771-B8E41E2DF204}" type="presParOf" srcId="{F05EAA07-BF58-2B4D-A692-662E11080C07}" destId="{685DA90E-38BD-3F4A-8B62-BC5DBF25ED63}" srcOrd="1" destOrd="0" presId="urn:microsoft.com/office/officeart/2016/7/layout/VerticalHollowActionList"/>
    <dgm:cxn modelId="{1D41EB8B-3206-0148-8E32-3AC280845689}" type="presParOf" srcId="{A791D229-D240-DD46-9522-E06FB7215361}" destId="{91217127-D573-5E45-BA01-F5A89DD7422E}" srcOrd="7" destOrd="0" presId="urn:microsoft.com/office/officeart/2016/7/layout/VerticalHollowActionList"/>
    <dgm:cxn modelId="{87B5635C-0F52-F74D-915B-9495CD15E092}" type="presParOf" srcId="{A791D229-D240-DD46-9522-E06FB7215361}" destId="{7C9FAE6A-6EAB-6B4E-8D3F-5E4B85A468B2}" srcOrd="8" destOrd="0" presId="urn:microsoft.com/office/officeart/2016/7/layout/VerticalHollowActionList"/>
    <dgm:cxn modelId="{965133DE-4971-F443-8344-D9C3F3F36E22}" type="presParOf" srcId="{7C9FAE6A-6EAB-6B4E-8D3F-5E4B85A468B2}" destId="{3FC36632-02F1-1F48-B885-10D8BCC4F6FD}" srcOrd="0" destOrd="0" presId="urn:microsoft.com/office/officeart/2016/7/layout/VerticalHollowActionList"/>
    <dgm:cxn modelId="{FBDBA822-D6E5-CF40-94FD-ECF5050DCCB3}" type="presParOf" srcId="{7C9FAE6A-6EAB-6B4E-8D3F-5E4B85A468B2}" destId="{E722E52A-AE57-9646-81D8-2871B7D2B95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68C07-CA4D-0745-86C7-26B927E20613}">
      <dsp:nvSpPr>
        <dsp:cNvPr id="0" name=""/>
        <dsp:cNvSpPr/>
      </dsp:nvSpPr>
      <dsp:spPr>
        <a:xfrm>
          <a:off x="1577340" y="1890"/>
          <a:ext cx="6309360" cy="82968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10740" rIns="122419" bIns="2107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Integrate real-time factual verification using medical knowledge graphs (UMLS, RadGraph).</a:t>
          </a:r>
        </a:p>
      </dsp:txBody>
      <dsp:txXfrm>
        <a:off x="1577340" y="1890"/>
        <a:ext cx="6309360" cy="829686"/>
      </dsp:txXfrm>
    </dsp:sp>
    <dsp:sp modelId="{EA0C6E57-6617-C543-8EF6-89B8A1BAFD4F}">
      <dsp:nvSpPr>
        <dsp:cNvPr id="0" name=""/>
        <dsp:cNvSpPr/>
      </dsp:nvSpPr>
      <dsp:spPr>
        <a:xfrm>
          <a:off x="0" y="1890"/>
          <a:ext cx="1577340" cy="829686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81955" rIns="83468" bIns="819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Integrate</a:t>
          </a:r>
        </a:p>
      </dsp:txBody>
      <dsp:txXfrm>
        <a:off x="0" y="1890"/>
        <a:ext cx="1577340" cy="829686"/>
      </dsp:txXfrm>
    </dsp:sp>
    <dsp:sp modelId="{680A3359-D47A-7940-A978-A40ABB0CF58E}">
      <dsp:nvSpPr>
        <dsp:cNvPr id="0" name=""/>
        <dsp:cNvSpPr/>
      </dsp:nvSpPr>
      <dsp:spPr>
        <a:xfrm>
          <a:off x="1577340" y="881358"/>
          <a:ext cx="6309360" cy="82968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10740" rIns="122419" bIns="2107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 dynamic RAG activation – use retrieval only when model uncertainty is high.</a:t>
          </a:r>
        </a:p>
      </dsp:txBody>
      <dsp:txXfrm>
        <a:off x="1577340" y="881358"/>
        <a:ext cx="6309360" cy="829686"/>
      </dsp:txXfrm>
    </dsp:sp>
    <dsp:sp modelId="{6C02BC50-F846-364C-8CA0-16EFD89A11C4}">
      <dsp:nvSpPr>
        <dsp:cNvPr id="0" name=""/>
        <dsp:cNvSpPr/>
      </dsp:nvSpPr>
      <dsp:spPr>
        <a:xfrm>
          <a:off x="0" y="881358"/>
          <a:ext cx="1577340" cy="829686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81955" rIns="83468" bIns="819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</a:t>
          </a:r>
        </a:p>
      </dsp:txBody>
      <dsp:txXfrm>
        <a:off x="0" y="881358"/>
        <a:ext cx="1577340" cy="829686"/>
      </dsp:txXfrm>
    </dsp:sp>
    <dsp:sp modelId="{0F94BA45-CAA3-834A-91C9-C19FFD325513}">
      <dsp:nvSpPr>
        <dsp:cNvPr id="0" name=""/>
        <dsp:cNvSpPr/>
      </dsp:nvSpPr>
      <dsp:spPr>
        <a:xfrm>
          <a:off x="1577340" y="1760825"/>
          <a:ext cx="6309360" cy="82968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10740" rIns="122419" bIns="2107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Introduce attention-based explainability dashboards for clinical transparency.</a:t>
          </a:r>
        </a:p>
      </dsp:txBody>
      <dsp:txXfrm>
        <a:off x="1577340" y="1760825"/>
        <a:ext cx="6309360" cy="829686"/>
      </dsp:txXfrm>
    </dsp:sp>
    <dsp:sp modelId="{BFE2DB32-9DB7-684D-900D-125D85A42723}">
      <dsp:nvSpPr>
        <dsp:cNvPr id="0" name=""/>
        <dsp:cNvSpPr/>
      </dsp:nvSpPr>
      <dsp:spPr>
        <a:xfrm>
          <a:off x="0" y="1760825"/>
          <a:ext cx="1577340" cy="829686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81955" rIns="83468" bIns="819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Introduce</a:t>
          </a:r>
        </a:p>
      </dsp:txBody>
      <dsp:txXfrm>
        <a:off x="0" y="1760825"/>
        <a:ext cx="1577340" cy="829686"/>
      </dsp:txXfrm>
    </dsp:sp>
    <dsp:sp modelId="{685DA90E-38BD-3F4A-8B62-BC5DBF25ED63}">
      <dsp:nvSpPr>
        <dsp:cNvPr id="0" name=""/>
        <dsp:cNvSpPr/>
      </dsp:nvSpPr>
      <dsp:spPr>
        <a:xfrm>
          <a:off x="1577340" y="2640293"/>
          <a:ext cx="6309360" cy="82968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10740" rIns="122419" bIns="2107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Extend MMed-RAG to multilingual medical datasets for global adaptability.</a:t>
          </a:r>
        </a:p>
      </dsp:txBody>
      <dsp:txXfrm>
        <a:off x="1577340" y="2640293"/>
        <a:ext cx="6309360" cy="829686"/>
      </dsp:txXfrm>
    </dsp:sp>
    <dsp:sp modelId="{FD7A988F-FBC4-254C-BF0A-95313125587B}">
      <dsp:nvSpPr>
        <dsp:cNvPr id="0" name=""/>
        <dsp:cNvSpPr/>
      </dsp:nvSpPr>
      <dsp:spPr>
        <a:xfrm>
          <a:off x="0" y="2640293"/>
          <a:ext cx="1577340" cy="829686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81955" rIns="83468" bIns="819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Extend</a:t>
          </a:r>
        </a:p>
      </dsp:txBody>
      <dsp:txXfrm>
        <a:off x="0" y="2640293"/>
        <a:ext cx="1577340" cy="829686"/>
      </dsp:txXfrm>
    </dsp:sp>
    <dsp:sp modelId="{E722E52A-AE57-9646-81D8-2871B7D2B959}">
      <dsp:nvSpPr>
        <dsp:cNvPr id="0" name=""/>
        <dsp:cNvSpPr/>
      </dsp:nvSpPr>
      <dsp:spPr>
        <a:xfrm>
          <a:off x="1577340" y="3519760"/>
          <a:ext cx="6309360" cy="82968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419" tIns="210740" rIns="122419" bIns="2107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Explore integration with continual learning to adapt to evolving medical knowledge.</a:t>
          </a:r>
        </a:p>
      </dsp:txBody>
      <dsp:txXfrm>
        <a:off x="1577340" y="3519760"/>
        <a:ext cx="6309360" cy="829686"/>
      </dsp:txXfrm>
    </dsp:sp>
    <dsp:sp modelId="{3FC36632-02F1-1F48-B885-10D8BCC4F6FD}">
      <dsp:nvSpPr>
        <dsp:cNvPr id="0" name=""/>
        <dsp:cNvSpPr/>
      </dsp:nvSpPr>
      <dsp:spPr>
        <a:xfrm>
          <a:off x="0" y="3519760"/>
          <a:ext cx="1577340" cy="829686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81955" rIns="83468" bIns="819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Explore</a:t>
          </a:r>
        </a:p>
      </dsp:txBody>
      <dsp:txXfrm>
        <a:off x="0" y="3519760"/>
        <a:ext cx="1577340" cy="8296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MMed</a:t>
            </a: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-RAG – Versatile Multimodal RAG System</a:t>
            </a:r>
          </a:p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Medical Vision-Language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Brij Kishor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Roll: 2411MC09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 err="1">
                <a:solidFill>
                  <a:schemeClr val="tx1"/>
                </a:solidFill>
              </a:rPr>
              <a:t>M.Tech</a:t>
            </a:r>
            <a:r>
              <a:rPr lang="en-US" sz="1900" dirty="0">
                <a:solidFill>
                  <a:schemeClr val="tx1"/>
                </a:solidFill>
              </a:rPr>
              <a:t> (Mathematics and Computing)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Under the Supervision of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     Dr. Jimson Mathew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Department of Computer Science &amp; Engineering</a:t>
            </a:r>
          </a:p>
          <a:p>
            <a:pPr algn="l" defTabSz="914400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Indian Institute of Technology Patna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en-IN" sz="4000" dirty="0"/>
              <a:t>Problem Statement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endParaRPr lang="en-IN" sz="2100"/>
          </a:p>
          <a:p>
            <a:pPr marL="0" indent="0">
              <a:buNone/>
            </a:pPr>
            <a:r>
              <a:rPr lang="en-IN" sz="2100"/>
              <a:t>Develop a domain-aware, retrieval-augmented framework that enhances medical LVLMs by reducing hallucinations, improving factual consistency, and enabling generalization across diverse medical imaging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37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en-IN" sz="4000"/>
              <a:t>Literature Survey</a:t>
            </a:r>
            <a:endParaRPr lang="en-IN" sz="4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IN" sz="1600" dirty="0"/>
          </a:p>
          <a:p>
            <a:pPr>
              <a:lnSpc>
                <a:spcPct val="90000"/>
              </a:lnSpc>
            </a:pPr>
            <a:r>
              <a:rPr lang="en-IN" sz="1600" dirty="0"/>
              <a:t>Earlier Med-LVLMs like Med-Flamingo, </a:t>
            </a:r>
            <a:r>
              <a:rPr lang="en-IN" sz="1600" dirty="0" err="1"/>
              <a:t>RadFM</a:t>
            </a:r>
            <a:r>
              <a:rPr lang="en-IN" sz="1600" dirty="0"/>
              <a:t>, </a:t>
            </a:r>
            <a:r>
              <a:rPr lang="en-IN" sz="1600" dirty="0" err="1"/>
              <a:t>LLaVA</a:t>
            </a:r>
            <a:r>
              <a:rPr lang="en-IN" sz="1600" dirty="0"/>
              <a:t>-Med show strong visual-language alignment but </a:t>
            </a:r>
            <a:r>
              <a:rPr lang="en-IN" sz="1600" b="1" dirty="0"/>
              <a:t>high hallucination rates.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Prior RAG systems (e.g., RULE, </a:t>
            </a:r>
            <a:r>
              <a:rPr lang="en-IN" sz="1600" dirty="0" err="1"/>
              <a:t>MedDr</a:t>
            </a:r>
            <a:r>
              <a:rPr lang="en-IN" sz="1600" dirty="0"/>
              <a:t>, FactMM-RAG) improved factuality but </a:t>
            </a:r>
            <a:r>
              <a:rPr lang="en-IN" sz="1600" b="1" dirty="0"/>
              <a:t>lacked domain specialization or alignment control</a:t>
            </a:r>
            <a:r>
              <a:rPr lang="en-IN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RAG in general AI improved factual grounding but medical RAGs struggled with </a:t>
            </a:r>
            <a:r>
              <a:rPr lang="en-IN" sz="1600" b="1" dirty="0"/>
              <a:t>domain mismatch and over-reliance on retrieval</a:t>
            </a:r>
            <a:r>
              <a:rPr lang="en-IN"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7E4C2-FA4E-99F0-976E-4F697EE7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41D626E-065B-EC9C-C505-D6723D140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6C632A6F-46FA-C9EF-EE1D-0A1D2FCCE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D85E5D-14F7-AC54-84AA-555F9958E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1281625-C0F9-6B31-6F48-B926E8F3BF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6695" y="1684421"/>
                <a:ext cx="6898105" cy="38348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IN" sz="1300" b="1" dirty="0"/>
                  <a:t>LVLM:-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b="1" dirty="0"/>
                  <a:t>Step 1: Vision Encoder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The </a:t>
                </a:r>
                <a:r>
                  <a:rPr lang="en-IN" sz="1300" b="1" dirty="0"/>
                  <a:t>vision encoder (CLIP, </a:t>
                </a:r>
                <a:r>
                  <a:rPr lang="en-IN" sz="1300" b="1" dirty="0" err="1"/>
                  <a:t>ViT</a:t>
                </a:r>
                <a:r>
                  <a:rPr lang="en-IN" sz="1300" b="1" dirty="0"/>
                  <a:t>)</a:t>
                </a:r>
                <a:r>
                  <a:rPr lang="en-IN" sz="1300" dirty="0"/>
                  <a:t> extracts features trained on </a:t>
                </a:r>
                <a:r>
                  <a:rPr lang="en-IN" sz="1300" b="1" dirty="0"/>
                  <a:t>general images</a:t>
                </a:r>
                <a:r>
                  <a:rPr lang="en-IN" sz="1300" dirty="0"/>
                  <a:t> (like cats, cars, landscapes).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Medical images (X-rays, CT scans, pathology slides) are </a:t>
                </a:r>
                <a:r>
                  <a:rPr lang="en-IN" sz="1300" i="1" dirty="0"/>
                  <a:t>statistically very different</a:t>
                </a:r>
                <a:r>
                  <a:rPr lang="en-IN" sz="1300" dirty="0"/>
                  <a:t> — grayscale, dense, subtle textures.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b="1" dirty="0"/>
                  <a:t>Problem:</a:t>
                </a:r>
                <a:r>
                  <a:rPr lang="en-IN" sz="1300" dirty="0"/>
                  <a:t> The extracted features don’t accurately capture disease patterns (e.g., opacity, nodule, effusion).</a:t>
                </a:r>
                <a:br>
                  <a:rPr lang="en-IN" sz="1300" dirty="0"/>
                </a:br>
                <a:r>
                  <a:rPr lang="en-IN" sz="1300" dirty="0"/>
                  <a:t>→ The model “sees less than a radiologist.”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 </a:t>
                </a:r>
                <a:r>
                  <a:rPr lang="en-IN" sz="1300" i="1" dirty="0"/>
                  <a:t>Result:</a:t>
                </a:r>
                <a:r>
                  <a:rPr lang="en-IN" sz="1300" dirty="0"/>
                  <a:t> Weak visual evidence foundation.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b="1" dirty="0"/>
                  <a:t>Step 2: Projection / Alignment Layer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The adapter (linear, MLP, or Q-Former) </a:t>
                </a:r>
                <a:r>
                  <a:rPr lang="en-IN" sz="1300" i="1" dirty="0"/>
                  <a:t>compresses</a:t>
                </a:r>
                <a:r>
                  <a:rPr lang="en-IN" sz="1300" dirty="0"/>
                  <a:t> vision embeddings into the token space for the LLM.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If poorly tuned, it </a:t>
                </a:r>
                <a:r>
                  <a:rPr lang="en-IN" sz="1300" b="1" dirty="0"/>
                  <a:t>drops subtle but important spatial or semantic cues.</a:t>
                </a:r>
                <a:endParaRPr lang="en-IN" sz="1300" dirty="0"/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 </a:t>
                </a:r>
                <a:r>
                  <a:rPr lang="en-IN" sz="1300" b="1" dirty="0"/>
                  <a:t>Problem:</a:t>
                </a:r>
                <a:r>
                  <a:rPr lang="en-IN" sz="1300" dirty="0"/>
                  <a:t> Some key visual cues (like small lesions) get lost in projection.</a:t>
                </a:r>
                <a:br>
                  <a:rPr lang="en-IN" sz="1300" dirty="0"/>
                </a:br>
                <a:r>
                  <a:rPr lang="en-IN" sz="1300" dirty="0"/>
                  <a:t>→ The LLM gets an </a:t>
                </a:r>
                <a:r>
                  <a:rPr lang="en-IN" sz="1300" i="1" dirty="0"/>
                  <a:t>incomplete view</a:t>
                </a:r>
                <a:r>
                  <a:rPr lang="en-IN" sz="1300" dirty="0"/>
                  <a:t> of the image.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dirty="0"/>
                  <a:t> </a:t>
                </a:r>
                <a:r>
                  <a:rPr lang="en-IN" sz="1300" i="1" dirty="0"/>
                  <a:t>Result:</a:t>
                </a:r>
                <a:r>
                  <a:rPr lang="en-IN" sz="1300" dirty="0"/>
                  <a:t> Visual grounding weakens before generation even starts.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3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IN" sz="1300" dirty="0"/>
                  <a:t>where</a:t>
                </a:r>
                <a:br>
                  <a:rPr lang="en-IN" sz="1300" dirty="0"/>
                </a:b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1300" dirty="0"/>
                  <a:t>= vision embeddings (size: N × Dᵥ)</a:t>
                </a:r>
                <a:br>
                  <a:rPr lang="en-IN" sz="1300" dirty="0"/>
                </a:b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IN" sz="1300" dirty="0"/>
                  <a:t>= projected tokens for LLM (size: K × Dₜ)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300" b="1" dirty="0"/>
                  <a:t>Different embedding spaces:</a:t>
                </a:r>
                <a:r>
                  <a:rPr lang="en-IN" sz="1300" dirty="0"/>
                  <a:t> vision encoder outputs vectors 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13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sz="1300" dirty="0"/>
                  <a:t>(</a:t>
                </a:r>
                <a:r>
                  <a:rPr lang="en-IN" sz="1300" dirty="0"/>
                  <a:t>N visual tokens, each </a:t>
                </a:r>
                <a:r>
                  <a:rPr lang="en-IN" sz="1300" dirty="0" err="1"/>
                  <a:t>D_v</a:t>
                </a:r>
                <a:r>
                  <a:rPr lang="en-IN" sz="1300" dirty="0"/>
                  <a:t> dims). LLM expects token embeddings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sz="1300" dirty="0"/>
                  <a:t>(</a:t>
                </a:r>
                <a:r>
                  <a:rPr lang="en-IN" sz="1300" dirty="0"/>
                  <a:t>token 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1300" dirty="0"/>
                  <a:t>, </a:t>
                </a:r>
                <a:r>
                  <a:rPr lang="en-IN" sz="1300" dirty="0"/>
                  <a:t>often much larger).</a:t>
                </a:r>
              </a:p>
              <a:p>
                <a:pPr>
                  <a:lnSpc>
                    <a:spcPct val="90000"/>
                  </a:lnSpc>
                </a:pPr>
                <a:endParaRPr lang="en-IN" sz="1300" dirty="0"/>
              </a:p>
              <a:p>
                <a:pPr>
                  <a:lnSpc>
                    <a:spcPct val="90000"/>
                  </a:lnSpc>
                </a:pPr>
                <a:endParaRPr lang="en-US" sz="1300" dirty="0"/>
              </a:p>
              <a:p>
                <a:pPr>
                  <a:lnSpc>
                    <a:spcPct val="90000"/>
                  </a:lnSpc>
                </a:pPr>
                <a:endParaRPr lang="en-IN" sz="1300" dirty="0"/>
              </a:p>
              <a:p>
                <a:pPr>
                  <a:lnSpc>
                    <a:spcPct val="90000"/>
                  </a:lnSpc>
                </a:pPr>
                <a:endParaRPr lang="en-US" sz="13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F1281625-C0F9-6B31-6F48-B926E8F3B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95" y="1684421"/>
                <a:ext cx="6898105" cy="3834850"/>
              </a:xfrm>
              <a:prstGeom prst="rect">
                <a:avLst/>
              </a:prstGeom>
              <a:blipFill>
                <a:blip r:embed="rId2"/>
                <a:stretch>
                  <a:fillRect t="-20132" r="-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35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4AF49-7D6E-A48A-D48A-10493E6B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264B1D2-1C70-46AF-40FC-C29A92108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627B343A-D228-0D35-D4B7-F4A2C4324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E8F28-D958-7DA8-01AC-13941360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72CBD1-C220-33B8-EACE-3AC7B7F8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11" y="1338728"/>
            <a:ext cx="7620000" cy="4364239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1400" b="1" dirty="0"/>
              <a:t>Step 3: Language Model (LLM) Decoding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Now the LLM receives a partial visual embedding and a question/prompt.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It starts generating text based on:</a:t>
            </a:r>
          </a:p>
          <a:p>
            <a:pPr lvl="1">
              <a:lnSpc>
                <a:spcPct val="90000"/>
              </a:lnSpc>
            </a:pPr>
            <a:r>
              <a:rPr lang="en-IN" sz="1400" dirty="0"/>
              <a:t>The incomplete visual input</a:t>
            </a:r>
          </a:p>
          <a:p>
            <a:pPr lvl="1">
              <a:lnSpc>
                <a:spcPct val="90000"/>
              </a:lnSpc>
            </a:pPr>
            <a:r>
              <a:rPr lang="en-IN" sz="1400" dirty="0"/>
              <a:t>Its </a:t>
            </a:r>
            <a:r>
              <a:rPr lang="en-IN" sz="1400" b="1" dirty="0"/>
              <a:t>internal textual priors</a:t>
            </a:r>
            <a:r>
              <a:rPr lang="en-IN" sz="1400" dirty="0"/>
              <a:t> learned from web or report text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 </a:t>
            </a:r>
            <a:r>
              <a:rPr lang="en-IN" sz="1400" b="1" dirty="0"/>
              <a:t>This is the critical hallucination zone.</a:t>
            </a:r>
            <a:endParaRPr lang="en-IN" sz="1400" dirty="0"/>
          </a:p>
          <a:p>
            <a:pPr>
              <a:lnSpc>
                <a:spcPct val="90000"/>
              </a:lnSpc>
            </a:pPr>
            <a:r>
              <a:rPr lang="en-IN" sz="1400" dirty="0"/>
              <a:t>The LLM has learned linguistic correlations like: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“X-ray → pneumonia” or “lung opacity → infection”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When uncertain about the image</a:t>
            </a:r>
            <a:r>
              <a:rPr lang="en-IN" sz="1400" dirty="0"/>
              <a:t>, it </a:t>
            </a:r>
            <a:r>
              <a:rPr lang="en-IN" sz="1400" b="1" dirty="0"/>
              <a:t>guesses</a:t>
            </a:r>
            <a:r>
              <a:rPr lang="en-IN" sz="1400" dirty="0"/>
              <a:t> based on these priors.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This leads to </a:t>
            </a:r>
            <a:r>
              <a:rPr lang="en-IN" sz="1400" b="1" dirty="0"/>
              <a:t>fluent but wrong</a:t>
            </a:r>
            <a:r>
              <a:rPr lang="en-IN" sz="1400" dirty="0"/>
              <a:t> statements — “looks plausible” but not true.</a:t>
            </a:r>
          </a:p>
          <a:p>
            <a:pPr>
              <a:lnSpc>
                <a:spcPct val="90000"/>
              </a:lnSpc>
            </a:pPr>
            <a:r>
              <a:rPr lang="en-IN" sz="1400" i="1" dirty="0"/>
              <a:t>Result:</a:t>
            </a:r>
            <a:r>
              <a:rPr lang="en-IN" sz="1400" dirty="0"/>
              <a:t> Text sounds professional but is factually incorrect.</a:t>
            </a:r>
          </a:p>
          <a:p>
            <a:r>
              <a:rPr lang="en-IN" sz="1400" b="1" dirty="0"/>
              <a:t>Step 4: Output Generation</a:t>
            </a:r>
          </a:p>
          <a:p>
            <a:r>
              <a:rPr lang="en-IN" sz="1400" dirty="0"/>
              <a:t>There’s </a:t>
            </a:r>
            <a:r>
              <a:rPr lang="en-IN" sz="1400" b="1" dirty="0"/>
              <a:t>no verification</a:t>
            </a:r>
            <a:r>
              <a:rPr lang="en-IN" sz="1400" dirty="0"/>
              <a:t> step.</a:t>
            </a:r>
          </a:p>
          <a:p>
            <a:r>
              <a:rPr lang="en-IN" sz="1400" dirty="0"/>
              <a:t>The model never checks:</a:t>
            </a:r>
          </a:p>
          <a:p>
            <a:pPr lvl="1"/>
            <a:r>
              <a:rPr lang="en-IN" sz="1400" dirty="0"/>
              <a:t>“Is this fact consistent with actual image data?”</a:t>
            </a:r>
          </a:p>
          <a:p>
            <a:pPr lvl="1"/>
            <a:r>
              <a:rPr lang="en-IN" sz="1400" dirty="0"/>
              <a:t>“Is this diagnosis found in clinical databases?”</a:t>
            </a:r>
          </a:p>
          <a:p>
            <a:r>
              <a:rPr lang="en-IN" sz="1400" dirty="0"/>
              <a:t> </a:t>
            </a:r>
            <a:r>
              <a:rPr lang="en-IN" sz="1400" b="1" dirty="0"/>
              <a:t>Final problem:</a:t>
            </a:r>
            <a:r>
              <a:rPr lang="en-IN" sz="1400" dirty="0"/>
              <a:t> Hallucination is not detected or corrected.</a:t>
            </a:r>
          </a:p>
          <a:p>
            <a:r>
              <a:rPr lang="en-IN" sz="1400" dirty="0"/>
              <a:t> </a:t>
            </a:r>
            <a:r>
              <a:rPr lang="en-IN" sz="1400" i="1" dirty="0"/>
              <a:t>Result:</a:t>
            </a:r>
            <a:r>
              <a:rPr lang="en-IN" sz="1400" dirty="0"/>
              <a:t> False yet confident report or diagnosis.</a:t>
            </a:r>
          </a:p>
          <a:p>
            <a:endParaRPr lang="en-US" sz="1400" dirty="0"/>
          </a:p>
          <a:p>
            <a:pPr>
              <a:lnSpc>
                <a:spcPct val="90000"/>
              </a:lnSpc>
            </a:pPr>
            <a:endParaRPr lang="en-IN" sz="1400" dirty="0"/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668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D1EE6-35A8-11A2-57F7-D12A5920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CBECCA6-DB01-4A20-BB3C-31349044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95B7ADBF-A5E9-BC36-5068-96F47F023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B8431C-AADB-99EE-C39C-53CD6B151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15001D-C028-A639-7DEB-4BC21330B9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LLaVA-Med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Origin:</a:t>
                </a:r>
                <a:r>
                  <a:rPr lang="en-IN" sz="1400" dirty="0"/>
                  <a:t> Based on </a:t>
                </a:r>
                <a:r>
                  <a:rPr lang="en-IN" sz="1400" b="1" dirty="0" err="1"/>
                  <a:t>LLaVA</a:t>
                </a:r>
                <a:r>
                  <a:rPr lang="en-IN" sz="1400" b="1" dirty="0"/>
                  <a:t> (Large Language and Vision Assistant)</a:t>
                </a:r>
                <a:br>
                  <a:rPr lang="en-IN" sz="1400" dirty="0"/>
                </a:br>
                <a:r>
                  <a:rPr lang="en-IN" sz="1400" b="1" dirty="0"/>
                  <a:t>Goal:</a:t>
                </a:r>
                <a:r>
                  <a:rPr lang="en-IN" sz="1400" dirty="0"/>
                  <a:t> Enable </a:t>
                </a:r>
                <a:r>
                  <a:rPr lang="en-IN" sz="1400" b="1" dirty="0"/>
                  <a:t>medical visual conversation</a:t>
                </a:r>
                <a:r>
                  <a:rPr lang="en-IN" sz="1400" dirty="0"/>
                  <a:t> (e.g., “Explain this X-ray to me.”)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Architecture Used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Vision Encoder:</a:t>
                </a:r>
                <a:r>
                  <a:rPr lang="en-IN" sz="1400" dirty="0"/>
                  <a:t> CLIP </a:t>
                </a:r>
                <a:r>
                  <a:rPr lang="en-IN" sz="1400" dirty="0" err="1"/>
                  <a:t>ViT</a:t>
                </a:r>
                <a:r>
                  <a:rPr lang="en-IN" sz="1400" dirty="0"/>
                  <a:t>-L/14 (frozen)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Alignment Layer:</a:t>
                </a:r>
                <a:r>
                  <a:rPr lang="en-IN" sz="1400" dirty="0"/>
                  <a:t> </a:t>
                </a:r>
                <a:r>
                  <a:rPr lang="en-IN" sz="1400" b="1" dirty="0"/>
                  <a:t>MLP Projection (2-layer adapter)</a:t>
                </a:r>
                <a:endParaRPr lang="en-IN" sz="1400" dirty="0"/>
              </a:p>
              <a:p>
                <a:pPr lvl="1">
                  <a:lnSpc>
                    <a:spcPct val="90000"/>
                  </a:lnSpc>
                </a:pPr>
                <a:r>
                  <a:rPr lang="en-IN" sz="1400" dirty="0"/>
                  <a:t>Converts CLIP image features into the embedding dimension of </a:t>
                </a:r>
                <a:r>
                  <a:rPr lang="en-IN" sz="1400" dirty="0" err="1"/>
                  <a:t>LLaMA</a:t>
                </a:r>
                <a:r>
                  <a:rPr lang="en-IN" sz="1400" dirty="0"/>
                  <a:t>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IN" sz="1400" dirty="0"/>
                  <a:t>Non-linear mapping → better preserves complex medical semantics.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b="1" dirty="0"/>
                  <a:t>Language Model:</a:t>
                </a:r>
                <a:r>
                  <a:rPr lang="en-IN" sz="1400" dirty="0"/>
                  <a:t> </a:t>
                </a:r>
                <a:r>
                  <a:rPr lang="en-IN" sz="1400" dirty="0" err="1"/>
                  <a:t>LLaMA</a:t>
                </a:r>
                <a:r>
                  <a:rPr lang="en-IN" sz="1400" dirty="0"/>
                  <a:t> / LLaMA-2 fine-tuned on medical dialogues (PubMed, MIMIC reports)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IN" sz="1400" b="1" dirty="0"/>
                  <a:t>       How It Works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dirty="0"/>
                  <a:t>Extract visual features from CLIP.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dirty="0"/>
                  <a:t>Pass through a 2-layer MLP: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1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1400" i="1"/>
                      <m:t>MLP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400" i="1"/>
                          <m:t>GELU</m:t>
                        </m:r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ar-AE" sz="1400" dirty="0"/>
              </a:p>
              <a:p>
                <a:pPr>
                  <a:lnSpc>
                    <a:spcPct val="90000"/>
                  </a:lnSpc>
                </a:pPr>
                <a:r>
                  <a:rPr lang="en-IN" sz="1400" dirty="0"/>
                  <a:t>Feed these visual tokens + textual question into the </a:t>
                </a:r>
                <a:r>
                  <a:rPr lang="en-IN" sz="1400" dirty="0" err="1"/>
                  <a:t>LLaMA</a:t>
                </a:r>
                <a:r>
                  <a:rPr lang="en-IN" sz="1400" dirty="0"/>
                  <a:t> model.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400" dirty="0"/>
                  <a:t>The model then generates a grounded textual explanation.</a:t>
                </a:r>
              </a:p>
              <a:p>
                <a:pPr>
                  <a:lnSpc>
                    <a:spcPct val="90000"/>
                  </a:lnSpc>
                </a:pPr>
                <a:endParaRPr lang="en-US" sz="1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15001D-C028-A639-7DEB-4BC21330B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  <a:blipFill>
                <a:blip r:embed="rId2"/>
                <a:stretch>
                  <a:fillRect l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76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814" y="1050596"/>
            <a:ext cx="6905296" cy="735853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091559"/>
            <a:ext cx="6319739" cy="3678305"/>
          </a:xfrm>
        </p:spPr>
        <p:txBody>
          <a:bodyPr anchor="t">
            <a:normAutofit/>
          </a:bodyPr>
          <a:lstStyle/>
          <a:p>
            <a:endParaRPr lang="en-IN" sz="1900" dirty="0"/>
          </a:p>
          <a:p>
            <a:r>
              <a:rPr lang="en-IN" sz="1900" dirty="0" err="1"/>
              <a:t>MMed</a:t>
            </a:r>
            <a:r>
              <a:rPr lang="en-IN" sz="1900" dirty="0"/>
              <a:t>-RAG introduces three modules:</a:t>
            </a:r>
          </a:p>
          <a:p>
            <a:r>
              <a:rPr lang="en-IN" sz="1900" dirty="0"/>
              <a:t>1. Domain-Aware Retrieval – ensures correct medical domain context.</a:t>
            </a:r>
          </a:p>
          <a:p>
            <a:r>
              <a:rPr lang="en-IN" sz="1900" dirty="0"/>
              <a:t>2. Adaptive Context Selection – dynamically chooses the most relevant retrieved text.</a:t>
            </a:r>
          </a:p>
          <a:p>
            <a:r>
              <a:rPr lang="en-IN" sz="1900" dirty="0"/>
              <a:t>3. RAG-Based Preference Fine-Tuning – trains the model to use both image and retrieved info properly,</a:t>
            </a:r>
            <a:r>
              <a:rPr lang="en-IN" sz="2000" b="1" dirty="0"/>
              <a:t> align the model both with the input image and with correct use of retrieved information</a:t>
            </a:r>
            <a:r>
              <a:rPr lang="en-IN" sz="2000" dirty="0"/>
              <a:t>, avoiding spurious or hallucinated answers when using RAG.</a:t>
            </a:r>
            <a:endParaRPr lang="en-IN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06B57-19D1-A41F-C03C-ACF5769A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37D63B8-F46C-C81C-A4B5-450BB9A0A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DFBC9F69-4BFF-D968-D22D-5A3730013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1E5862-3BA5-05E9-2DA4-B1250998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F34677-C65E-65C3-74BC-68E36734D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11" y="1338728"/>
            <a:ext cx="7620000" cy="436423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600" b="1" dirty="0"/>
              <a:t>Domain-Aware Retrieval :</a:t>
            </a:r>
            <a:r>
              <a:rPr lang="en-IN" sz="1600" dirty="0"/>
              <a:t> </a:t>
            </a:r>
            <a:r>
              <a:rPr lang="en-IN" sz="1600" dirty="0" err="1"/>
              <a:t>MMed</a:t>
            </a:r>
            <a:r>
              <a:rPr lang="en-IN" sz="1600" dirty="0"/>
              <a:t>-RAG first classifies the input image into a domain (e.g. radiology vs pathology) using a vision-language model (</a:t>
            </a:r>
            <a:r>
              <a:rPr lang="en-IN" sz="1600" dirty="0" err="1"/>
              <a:t>BiomedCLIP</a:t>
            </a:r>
            <a:r>
              <a:rPr lang="en-IN" sz="1600" dirty="0"/>
              <a:t>) that was fine-tuned on a small </a:t>
            </a:r>
            <a:r>
              <a:rPr lang="en-IN" sz="1600" dirty="0" err="1"/>
              <a:t>labeled</a:t>
            </a:r>
            <a:r>
              <a:rPr lang="en-IN" sz="1600" dirty="0"/>
              <a:t> set. Once the domain is known, the image is passed to a retriever trained in that domain. Each retriever uses </a:t>
            </a:r>
            <a:r>
              <a:rPr lang="en-IN" sz="1600" i="1" dirty="0"/>
              <a:t>contrastive learning</a:t>
            </a:r>
            <a:r>
              <a:rPr lang="en-IN" sz="1600" dirty="0"/>
              <a:t> to align images and text: it learns to embed images and example reports into vectors so that matching pairs have high similarity. Concretely, the model computes a similarity score between the image and each possible report; it then selects the top-k most similar reports. Those become the </a:t>
            </a:r>
            <a:r>
              <a:rPr lang="en-IN" sz="1600" i="1" dirty="0"/>
              <a:t>retrieved contexts</a:t>
            </a:r>
            <a:r>
              <a:rPr lang="en-IN" sz="1600" dirty="0"/>
              <a:t> for that image</a:t>
            </a:r>
          </a:p>
          <a:p>
            <a:pPr>
              <a:lnSpc>
                <a:spcPct val="90000"/>
              </a:lnSpc>
            </a:pPr>
            <a:r>
              <a:rPr lang="en-IN" sz="1600" b="1" dirty="0"/>
              <a:t>Adaptive Context Selection:</a:t>
            </a:r>
            <a:r>
              <a:rPr lang="en-IN" sz="1600" dirty="0"/>
              <a:t> Second, instead of always taking a fixed number of retrieved documents, </a:t>
            </a:r>
            <a:r>
              <a:rPr lang="en-IN" sz="1600" dirty="0" err="1"/>
              <a:t>MMed</a:t>
            </a:r>
            <a:r>
              <a:rPr lang="en-IN" sz="1600" dirty="0"/>
              <a:t>-RAG dynamically decides how many to use based on how </a:t>
            </a:r>
            <a:r>
              <a:rPr lang="en-IN" sz="1600" b="1" dirty="0"/>
              <a:t>similar</a:t>
            </a:r>
            <a:r>
              <a:rPr lang="en-IN" sz="1600" dirty="0"/>
              <a:t> they are to the image. In many retrieval tasks, the relevance of documents drops sharply after a point. For example, the 5th most relevant report might be almost as good as the 1st, but by the 10th report the similarity score suddenly drops.</a:t>
            </a: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3642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A4E23-386A-DCD6-6246-2250B3DC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RAG-Based Preference Fine-Tuning</a:t>
            </a:r>
          </a:p>
        </p:txBody>
      </p:sp>
      <p:pic>
        <p:nvPicPr>
          <p:cNvPr id="5" name="Content Placeholder 4" descr="A screenshot of a paper with text&#10;&#10;AI-generated content may be incorrect.">
            <a:extLst>
              <a:ext uri="{FF2B5EF4-FFF2-40B4-BE49-F238E27FC236}">
                <a16:creationId xmlns:a16="http://schemas.microsoft.com/office/drawing/2014/main" id="{E28D08DB-9951-131D-97A4-90B581E6F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258" y="1911483"/>
            <a:ext cx="681271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3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AA204-A493-D37E-2036-C75DFD18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38A53FC-6BDB-CA95-7A49-D1DAD1BC0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14DF9-5EA5-1999-DEA5-DA586CD6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72CF90-4BEF-97EA-91F3-957115ED1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7BC57C-0AC7-4422-9C39-36FEABB69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</p:spPr>
            <p:txBody>
              <a:bodyPr anchor="ctr">
                <a:normAutofit fontScale="85000" lnSpcReduction="20000"/>
              </a:bodyPr>
              <a:lstStyle/>
              <a:p>
                <a:r>
                  <a:rPr lang="en-IN" sz="1600" dirty="0"/>
                  <a:t>it’s a </a:t>
                </a:r>
                <a:r>
                  <a:rPr lang="en-IN" sz="1600" b="1" dirty="0"/>
                  <a:t>fine-tuning technique</a:t>
                </a:r>
                <a:r>
                  <a:rPr lang="en-IN" sz="1600" dirty="0"/>
                  <a:t> that teaches the model </a:t>
                </a:r>
                <a:r>
                  <a:rPr lang="en-IN" sz="1600" i="1" dirty="0"/>
                  <a:t>what kind of answers are preferred</a:t>
                </a:r>
              </a:p>
              <a:p>
                <a:r>
                  <a:rPr lang="en-IN" sz="1600" dirty="0"/>
                  <a:t>It doesn’t just train on </a:t>
                </a:r>
                <a:r>
                  <a:rPr lang="en-IN" sz="1600" b="1" dirty="0"/>
                  <a:t>“input → correct </a:t>
                </a:r>
                <a:r>
                  <a:rPr lang="en-IN" sz="1600" b="1" dirty="0" err="1"/>
                  <a:t>output”</a:t>
                </a:r>
                <a:r>
                  <a:rPr lang="en-IN" sz="1600" dirty="0" err="1"/>
                  <a:t>,but</a:t>
                </a:r>
                <a:r>
                  <a:rPr lang="en-IN" sz="1600" dirty="0"/>
                  <a:t> instead </a:t>
                </a:r>
                <a:r>
                  <a:rPr lang="en-IN" sz="1600" dirty="0" err="1"/>
                  <a:t>teaches:“</a:t>
                </a:r>
                <a:r>
                  <a:rPr lang="en-IN" sz="1600" b="1" dirty="0" err="1"/>
                  <a:t>Between</a:t>
                </a:r>
                <a:r>
                  <a:rPr lang="en-IN" sz="1600" b="1" dirty="0"/>
                  <a:t> two possible answers, which one is </a:t>
                </a:r>
                <a:r>
                  <a:rPr lang="en-IN" sz="1600" b="1" i="1" dirty="0"/>
                  <a:t>better</a:t>
                </a:r>
                <a:r>
                  <a:rPr lang="en-IN" sz="1600" b="1" dirty="0"/>
                  <a:t> and </a:t>
                </a:r>
                <a:r>
                  <a:rPr lang="en-IN" sz="1600" b="1" i="1" dirty="0"/>
                  <a:t>why</a:t>
                </a:r>
                <a:r>
                  <a:rPr lang="en-IN" sz="1600" dirty="0"/>
                  <a:t>?</a:t>
                </a:r>
              </a:p>
              <a:p>
                <a:r>
                  <a:rPr lang="en-IN" sz="1600" dirty="0"/>
                  <a:t>DPO fine-tunes the model so that: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1600" i="1"/>
                              <m:t>preferred</m:t>
                            </m:r>
                          </m:sub>
                        </m:s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1600" i="1"/>
                              <m:t>rejected</m:t>
                            </m:r>
                          </m:sub>
                        </m:s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1600" dirty="0"/>
              </a:p>
              <a:p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1600" dirty="0"/>
                  <a:t>= input (image + prompt + retrieved text)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i="1"/>
                          <m:t>preferred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IN" sz="1600" dirty="0"/>
                  <a:t>factual, grounded response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i="1"/>
                          <m:t>rejected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IN" sz="1600" dirty="0"/>
                  <a:t>hallucinated or incorrect response</a:t>
                </a:r>
              </a:p>
              <a:p>
                <a:r>
                  <a:rPr lang="en-IN" sz="1600" b="1" dirty="0"/>
                  <a:t>Core Loss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600" i="1"/>
                          <m:t>DPO</m:t>
                        </m:r>
                      </m:sub>
                    </m:sSub>
                    <m:r>
                      <a:rPr lang="ar-AE" sz="160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func>
                    <m:r>
                      <a:rPr lang="ar-AE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ar-AE" sz="1600" i="1"/>
                      <m:t> </m:t>
                    </m:r>
                    <m:d>
                      <m:dPr>
                        <m:begChr m:val="["/>
                        <m:endChr m:val="]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func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func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1600" dirty="0"/>
              </a:p>
              <a:p>
                <a:r>
                  <a:rPr lang="en-IN" sz="1600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IN" sz="1600" dirty="0"/>
                  <a:t>model likelihood</a:t>
                </a:r>
              </a:p>
              <a:p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IN" sz="1600" dirty="0"/>
                  <a:t>= temperature coefficient controlling sharpness</a:t>
                </a:r>
              </a:p>
              <a:p>
                <a:r>
                  <a:rPr lang="en-IN" sz="1600" b="1" dirty="0"/>
                  <a:t>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𝐷𝑃𝑂</m:t>
                        </m:r>
                      </m:sub>
                    </m:sSub>
                  </m:oMath>
                </a14:m>
                <a:r>
                  <a:rPr lang="en-IN" sz="1600" dirty="0"/>
                  <a:t>pushes the model to produce higher probability for preferred outputs.</a:t>
                </a:r>
              </a:p>
              <a:p>
                <a:r>
                  <a:rPr lang="en-IN" sz="1600" dirty="0"/>
                  <a:t>If model already prefers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sz="1600" dirty="0"/>
                  <a:t>→ </a:t>
                </a:r>
                <a:r>
                  <a:rPr lang="en-IN" sz="1600" dirty="0"/>
                  <a:t>loss is small </a:t>
                </a:r>
              </a:p>
              <a:p>
                <a:r>
                  <a:rPr lang="en-IN" sz="1600" dirty="0"/>
                  <a:t>If model prefers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ar-AE" sz="1600" dirty="0"/>
                  <a:t>→ </a:t>
                </a:r>
                <a:r>
                  <a:rPr lang="en-IN" sz="1600" dirty="0"/>
                  <a:t>loss is large  → update weights to </a:t>
                </a:r>
                <a:r>
                  <a:rPr lang="en-IN" sz="1600" b="1" dirty="0"/>
                  <a:t>flip</a:t>
                </a:r>
                <a:r>
                  <a:rPr lang="en-IN" sz="1600" dirty="0"/>
                  <a:t> preference.</a:t>
                </a:r>
              </a:p>
              <a:p>
                <a:r>
                  <a:rPr lang="en-IN" sz="1600" dirty="0"/>
                  <a:t>So DPO </a:t>
                </a:r>
                <a:r>
                  <a:rPr lang="en-IN" sz="1600" b="1" dirty="0"/>
                  <a:t>directly increases</a:t>
                </a:r>
                <a:r>
                  <a:rPr lang="en-IN" sz="1600" dirty="0"/>
                  <a:t> log-likelihood of good answers</a:t>
                </a:r>
                <a:br>
                  <a:rPr lang="en-IN" sz="1600" dirty="0"/>
                </a:br>
                <a:r>
                  <a:rPr lang="en-IN" sz="1600" dirty="0"/>
                  <a:t>and </a:t>
                </a:r>
                <a:r>
                  <a:rPr lang="en-IN" sz="1600" b="1" dirty="0"/>
                  <a:t>decreases</a:t>
                </a:r>
                <a:r>
                  <a:rPr lang="en-IN" sz="1600" dirty="0"/>
                  <a:t> that of bad answers, without any reward model or RL.</a:t>
                </a:r>
              </a:p>
              <a:p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7BC57C-0AC7-4422-9C39-36FEABB69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  <a:blipFill>
                <a:blip r:embed="rId2"/>
                <a:stretch>
                  <a:fillRect l="-166" t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55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5ADD8-C949-BB31-6237-50A0793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9" name="Content Placeholder 8" descr="A screenshot of a medical information&#10;&#10;AI-generated content may be incorrect.">
            <a:extLst>
              <a:ext uri="{FF2B5EF4-FFF2-40B4-BE49-F238E27FC236}">
                <a16:creationId xmlns:a16="http://schemas.microsoft.com/office/drawing/2014/main" id="{6691E3B6-2537-4086-29E7-B56338C11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848073"/>
            <a:ext cx="8178799" cy="404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5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en-IN" sz="3600"/>
              <a:t>Dataset Description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IN" sz="1600"/>
          </a:p>
          <a:p>
            <a:pPr>
              <a:lnSpc>
                <a:spcPct val="90000"/>
              </a:lnSpc>
            </a:pPr>
            <a:r>
              <a:rPr lang="en-IN" sz="1600"/>
              <a:t>Five diverse medical datasets were used:</a:t>
            </a:r>
          </a:p>
          <a:p>
            <a:pPr>
              <a:lnSpc>
                <a:spcPct val="90000"/>
              </a:lnSpc>
            </a:pPr>
            <a:r>
              <a:rPr lang="en-IN" sz="1600"/>
              <a:t>1. MIMIC-CXR – chest X-rays and radiology reports.</a:t>
            </a:r>
          </a:p>
          <a:p>
            <a:pPr>
              <a:lnSpc>
                <a:spcPct val="90000"/>
              </a:lnSpc>
            </a:pPr>
            <a:r>
              <a:rPr lang="en-IN" sz="1600"/>
              <a:t>2. IU-Xray – paired X-rays and short textual summaries.</a:t>
            </a:r>
          </a:p>
          <a:p>
            <a:pPr>
              <a:lnSpc>
                <a:spcPct val="90000"/>
              </a:lnSpc>
            </a:pPr>
            <a:r>
              <a:rPr lang="en-IN" sz="1600"/>
              <a:t>3. FairVLMed (Ophthalmology) – retinal fundus images.</a:t>
            </a:r>
          </a:p>
          <a:p>
            <a:pPr>
              <a:lnSpc>
                <a:spcPct val="90000"/>
              </a:lnSpc>
            </a:pPr>
            <a:r>
              <a:rPr lang="en-IN" sz="1600"/>
              <a:t>4. Quilt-1M – multimodal ophthalmic dataset.</a:t>
            </a:r>
          </a:p>
          <a:p>
            <a:pPr>
              <a:lnSpc>
                <a:spcPct val="90000"/>
              </a:lnSpc>
            </a:pPr>
            <a:r>
              <a:rPr lang="en-IN" sz="1600"/>
              <a:t>5. PMC-Pathology – microscopic pathology images with annotations.</a:t>
            </a:r>
          </a:p>
          <a:p>
            <a:pPr>
              <a:lnSpc>
                <a:spcPct val="90000"/>
              </a:lnSpc>
            </a:pPr>
            <a:r>
              <a:rPr lang="en-IN" sz="1600"/>
              <a:t>Tasks include Visual Question Answering (VQA) and Report Generation.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N" sz="1600" b="1" dirty="0"/>
              <a:t>Precision</a:t>
            </a:r>
            <a:r>
              <a:rPr lang="en-IN" sz="1600" dirty="0"/>
              <a:t>- Of all the cases the model </a:t>
            </a:r>
            <a:r>
              <a:rPr lang="en-IN" sz="1600" b="1" dirty="0"/>
              <a:t>predicted as positive</a:t>
            </a:r>
            <a:r>
              <a:rPr lang="en-IN" sz="1600" dirty="0"/>
              <a:t>, how many were actually correct?”</a:t>
            </a:r>
          </a:p>
          <a:p>
            <a:pPr>
              <a:lnSpc>
                <a:spcPct val="90000"/>
              </a:lnSpc>
            </a:pPr>
            <a:r>
              <a:rPr lang="en-IN" sz="1600" b="1" dirty="0"/>
              <a:t>Recall</a:t>
            </a:r>
            <a:r>
              <a:rPr lang="en-IN" sz="1600" dirty="0"/>
              <a:t>-"Of all the cases that were </a:t>
            </a:r>
            <a:r>
              <a:rPr lang="en-IN" sz="1600" b="1" dirty="0"/>
              <a:t>actually positive</a:t>
            </a:r>
            <a:r>
              <a:rPr lang="en-IN" sz="1600" dirty="0"/>
              <a:t>, how many did the model correctly identify?"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Key quantitative results: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- Factual accuracy improved by +43.8% over base model.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- VQA accuracy improved by +18.5%.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- Report generation BLEU/ROUGE scores improved by +69.1%.</a:t>
            </a:r>
          </a:p>
          <a:p>
            <a:pPr>
              <a:lnSpc>
                <a:spcPct val="90000"/>
              </a:lnSpc>
            </a:pPr>
            <a:r>
              <a:rPr lang="en-IN" sz="1600" dirty="0" err="1"/>
              <a:t>MMed</a:t>
            </a:r>
            <a:r>
              <a:rPr lang="en-IN" sz="1600" dirty="0"/>
              <a:t>-RAG outperformed baselines like RULE, Med-Flamingo, </a:t>
            </a:r>
            <a:r>
              <a:rPr lang="en-IN" sz="1600" dirty="0" err="1"/>
              <a:t>RadFM</a:t>
            </a:r>
            <a:r>
              <a:rPr lang="en-IN" sz="1600" dirty="0"/>
              <a:t>, and </a:t>
            </a:r>
            <a:r>
              <a:rPr lang="en-IN" sz="1600" dirty="0" err="1"/>
              <a:t>LLaVA</a:t>
            </a:r>
            <a:r>
              <a:rPr lang="en-IN" sz="1600" dirty="0"/>
              <a:t>-Med across all metrics.</a:t>
            </a:r>
          </a:p>
          <a:p>
            <a:pPr>
              <a:lnSpc>
                <a:spcPct val="90000"/>
              </a:lnSpc>
            </a:pPr>
            <a:r>
              <a:rPr lang="en-IN" sz="1600" dirty="0"/>
              <a:t>Hallucination reduction: Copy-Reference 55%→28%, Over-Reliance 43%→8%.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5ED76-5CA4-FBCA-D6FF-F8DDF906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F9E5A7A-C057-3C83-9CEF-194B88AE3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A1C37B4E-89D8-642B-84AB-524B6ED0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E7CBE0-D587-F850-25BD-11BACEB6D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31946D7-F263-CB17-CD39-DD1FA6BB5F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BLEU-</a:t>
                </a:r>
                <a:r>
                  <a:rPr lang="en-IN" sz="1100" dirty="0"/>
                  <a:t> it checks how many </a:t>
                </a:r>
                <a:r>
                  <a:rPr lang="en-IN" sz="1100" i="1" dirty="0"/>
                  <a:t>n-grams (short word sequences)</a:t>
                </a:r>
                <a:r>
                  <a:rPr lang="en-IN" sz="1100" dirty="0"/>
                  <a:t> in the generated report also appear in the ground-truth report So BLEU is about </a:t>
                </a:r>
                <a:r>
                  <a:rPr lang="en-IN" sz="1100" b="1" dirty="0"/>
                  <a:t>textual similarity</a:t>
                </a:r>
                <a:r>
                  <a:rPr lang="en-IN" sz="1100" dirty="0"/>
                  <a:t>, not factual understanding (Precision-based)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Step 1</a:t>
                </a:r>
                <a:r>
                  <a:rPr lang="en-IN" sz="1100" dirty="0"/>
                  <a:t>: Tokenization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Step 2</a:t>
                </a:r>
                <a:r>
                  <a:rPr lang="en-IN" sz="1100" dirty="0"/>
                  <a:t>: Compute n-gram overlap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Step 3</a:t>
                </a:r>
                <a:r>
                  <a:rPr lang="en-IN" sz="1100" dirty="0"/>
                  <a:t>: Combine multiple n-gram precisions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Usually BLEU-4 is used (n = 1 to 4).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Then BLEU combines them using a </a:t>
                </a:r>
                <a:r>
                  <a:rPr lang="en-IN" sz="1100" b="1" dirty="0"/>
                  <a:t>geometric mean</a:t>
                </a:r>
                <a:r>
                  <a:rPr lang="en-IN" sz="1100" dirty="0"/>
                  <a:t>: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11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1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ar-AE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1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sz="11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ar-AE" sz="11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1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</m:nary>
                              </m:fName>
                              <m:e>
                                <m:sSub>
                                  <m:sSubPr>
                                    <m:ctrlP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sz="1100" dirty="0"/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Step 4</a:t>
                </a:r>
                <a:r>
                  <a:rPr lang="en-IN" sz="1100" dirty="0"/>
                  <a:t>: Apply brevity penalty (BP)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where: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1100" dirty="0"/>
                  <a:t>= length of candidate (generated) sentence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1100" dirty="0"/>
                  <a:t>= length of reference sentence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Step 5: Final BLEU score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𝐵𝐿𝐸𝑈</m:t>
                    </m:r>
                    <m:r>
                      <a:rPr lang="en-IN" sz="1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100" i="1">
                        <a:latin typeface="Cambria Math" panose="02040503050406030204" pitchFamily="18" charset="0"/>
                      </a:rPr>
                      <m:t>𝐵𝑃</m:t>
                    </m:r>
                    <m:r>
                      <a:rPr lang="en-IN" sz="1100"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1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ar-AE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grow m:val="on"/>
                                <m:ctrlPr>
                                  <a:rPr lang="ar-AE" sz="1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sz="11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110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ar-AE" sz="11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nary>
                            <m:func>
                              <m:funcPr>
                                <m:ctrlPr>
                                  <a:rPr lang="ar-AE" sz="11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 sz="11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sz="11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ar-AE" sz="1100" dirty="0"/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Usually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sz="1100">
                        <a:latin typeface="Cambria Math" panose="02040503050406030204" pitchFamily="18" charset="0"/>
                      </a:rPr>
                      <m:t>=1/</m:t>
                    </m:r>
                    <m:r>
                      <a:rPr lang="ar-AE" sz="11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ar-AE" sz="1100" dirty="0"/>
                  <a:t>(</a:t>
                </a:r>
                <a:r>
                  <a:rPr lang="en-IN" sz="1100" dirty="0"/>
                  <a:t>equal weight).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Higher BLEU → generated report lexically similar to expert report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ROUGE </a:t>
                </a:r>
                <a:r>
                  <a:rPr lang="en-IN" sz="1100" dirty="0"/>
                  <a:t>measures how much of the reference report’s content is present in the generated report — it evaluates completeness (recall), making it essential for verifying whether </a:t>
                </a:r>
                <a:r>
                  <a:rPr lang="en-IN" sz="1100" dirty="0" err="1"/>
                  <a:t>MMed</a:t>
                </a:r>
                <a:r>
                  <a:rPr lang="en-IN" sz="1100" dirty="0"/>
                  <a:t>-RAG-generated reports fully capture key medical findings.(Recall -based)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b="1" dirty="0"/>
                  <a:t>METEOR</a:t>
                </a:r>
                <a:r>
                  <a:rPr lang="en-IN" sz="1100" dirty="0"/>
                  <a:t> (Metric for Evaluation of Translation with Explicit </a:t>
                </a:r>
                <a:r>
                  <a:rPr lang="en-IN" sz="1100" dirty="0" err="1"/>
                  <a:t>ORdering</a:t>
                </a:r>
                <a:r>
                  <a:rPr lang="en-IN" sz="1100" dirty="0"/>
                  <a:t>) measures how well a candidate sentence (generated text) matches a reference sentence by: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Making a flexible </a:t>
                </a:r>
                <a:r>
                  <a:rPr lang="en-IN" sz="1100" b="1" dirty="0"/>
                  <a:t>alignment</a:t>
                </a:r>
                <a:r>
                  <a:rPr lang="en-IN" sz="1100" dirty="0"/>
                  <a:t> between candidate and reference unigrams (exact matches, stems, synonyms, paraphrases).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Computing a </a:t>
                </a:r>
                <a:r>
                  <a:rPr lang="en-IN" sz="1100" b="1" dirty="0"/>
                  <a:t>precision</a:t>
                </a:r>
                <a:r>
                  <a:rPr lang="en-IN" sz="1100" dirty="0"/>
                  <a:t> and </a:t>
                </a:r>
                <a:r>
                  <a:rPr lang="en-IN" sz="1100" b="1" dirty="0"/>
                  <a:t>recall</a:t>
                </a:r>
                <a:r>
                  <a:rPr lang="en-IN" sz="1100" dirty="0"/>
                  <a:t> over those matches.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Combining precision and recall into a single </a:t>
                </a:r>
                <a:r>
                  <a:rPr lang="en-IN" sz="1100" b="1" dirty="0"/>
                  <a:t>F-score</a:t>
                </a:r>
                <a:r>
                  <a:rPr lang="en-IN" sz="1100" dirty="0"/>
                  <a:t> that weights recall higher than precision.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Applying a </a:t>
                </a:r>
                <a:r>
                  <a:rPr lang="en-IN" sz="1100" b="1" dirty="0"/>
                  <a:t>fragmentation (penalty)</a:t>
                </a:r>
                <a:r>
                  <a:rPr lang="en-IN" sz="1100" dirty="0"/>
                  <a:t> that reduces score if the matched words are scattered (i.e., word order is badly broken).</a:t>
                </a:r>
              </a:p>
              <a:p>
                <a:pPr>
                  <a:lnSpc>
                    <a:spcPct val="90000"/>
                  </a:lnSpc>
                </a:pPr>
                <a:r>
                  <a:rPr lang="en-IN" sz="1100" dirty="0"/>
                  <a:t>Final METEOR = (1 − penalty) × </a:t>
                </a:r>
                <a:r>
                  <a:rPr lang="en-IN" sz="1100" dirty="0" err="1"/>
                  <a:t>F_mean</a:t>
                </a:r>
                <a:endParaRPr lang="en-IN" sz="1100" dirty="0"/>
              </a:p>
              <a:p>
                <a:pPr>
                  <a:lnSpc>
                    <a:spcPct val="90000"/>
                  </a:lnSpc>
                </a:pPr>
                <a:endParaRPr lang="ar-AE" sz="1100" dirty="0"/>
              </a:p>
              <a:p>
                <a:pPr>
                  <a:lnSpc>
                    <a:spcPct val="90000"/>
                  </a:lnSpc>
                </a:pPr>
                <a:endParaRPr lang="en-IN" sz="1100" dirty="0"/>
              </a:p>
              <a:p>
                <a:pPr>
                  <a:lnSpc>
                    <a:spcPct val="90000"/>
                  </a:lnSpc>
                </a:pPr>
                <a:endParaRPr lang="en-IN" sz="1100" dirty="0"/>
              </a:p>
              <a:p>
                <a:pPr>
                  <a:lnSpc>
                    <a:spcPct val="90000"/>
                  </a:lnSpc>
                </a:pPr>
                <a:endParaRPr lang="en-IN" sz="11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31946D7-F263-CB17-CD39-DD1FA6BB5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2211" y="1338728"/>
                <a:ext cx="7620000" cy="4364239"/>
              </a:xfrm>
              <a:blipFill>
                <a:blip r:embed="rId2"/>
                <a:stretch>
                  <a:fillRect t="-13913" b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330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AA05B-01D6-C65C-43F5-C884B41F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7E7DDDF-7B89-84BA-8799-A01F87EDE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7ED4F845-044C-B9A7-5E01-76DF5716D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7C15DE-9ABA-DD12-4BC0-2A17E706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 descr="A black and white text&#10;&#10;AI-generated content may be incorrect.">
            <a:extLst>
              <a:ext uri="{FF2B5EF4-FFF2-40B4-BE49-F238E27FC236}">
                <a16:creationId xmlns:a16="http://schemas.microsoft.com/office/drawing/2014/main" id="{D36EA25E-9077-5AFB-2E4C-4764261BA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330" y="259027"/>
            <a:ext cx="8109283" cy="23662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9C64F9-8DA6-FB10-E01B-EDC793773CBB}"/>
              </a:ext>
            </a:extLst>
          </p:cNvPr>
          <p:cNvSpPr txBox="1"/>
          <p:nvPr/>
        </p:nvSpPr>
        <p:spPr>
          <a:xfrm>
            <a:off x="617621" y="2260988"/>
            <a:ext cx="7507705" cy="283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n-IN" sz="1800" dirty="0"/>
          </a:p>
          <a:p>
            <a:pPr>
              <a:lnSpc>
                <a:spcPct val="90000"/>
              </a:lnSpc>
            </a:pPr>
            <a:endParaRPr lang="en-IN" sz="1800" dirty="0"/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sz="1800" dirty="0"/>
              <a:t>Ablation studies show: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- Domain Retrieval adds +17–18% accuracy.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- Adaptive Context Selection adds +6–19%.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- Preference Fine-Tuning adds +16–37%.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Theoretical validation ensures increased image dependence and better retrieval alignment.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Attention visualization confirmed stronger grounding on image regions post fine-tuning.</a:t>
            </a:r>
          </a:p>
        </p:txBody>
      </p:sp>
    </p:spTree>
    <p:extLst>
      <p:ext uri="{BB962C8B-B14F-4D97-AF65-F5344CB8AC3E}">
        <p14:creationId xmlns:p14="http://schemas.microsoft.com/office/powerpoint/2010/main" val="156449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77522D4-49D8-A6CA-A4CC-65E1A32719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1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Future Work and Enhancements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1CFFAADE-72A7-469A-330C-575B9B1A5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175994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en-IN" sz="3600"/>
              <a:t>Conclusion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IN" sz="1800"/>
          </a:p>
          <a:p>
            <a:pPr>
              <a:lnSpc>
                <a:spcPct val="90000"/>
              </a:lnSpc>
            </a:pPr>
            <a:r>
              <a:rPr lang="en-IN" sz="1800"/>
              <a:t>MMed-RAG effectively addresses hallucination issues in medical multimodal models.</a:t>
            </a:r>
          </a:p>
          <a:p>
            <a:pPr>
              <a:lnSpc>
                <a:spcPct val="90000"/>
              </a:lnSpc>
            </a:pPr>
            <a:r>
              <a:rPr lang="en-IN" sz="1800"/>
              <a:t>Combines retrieval grounding with fine-tuning alignment for factual and explainable outputs.</a:t>
            </a:r>
          </a:p>
          <a:p>
            <a:pPr>
              <a:lnSpc>
                <a:spcPct val="90000"/>
              </a:lnSpc>
            </a:pPr>
            <a:r>
              <a:rPr lang="en-IN" sz="1800"/>
              <a:t>Provides a scalable framework for cross-domain medical reasoning.</a:t>
            </a:r>
          </a:p>
          <a:p>
            <a:pPr>
              <a:lnSpc>
                <a:spcPct val="90000"/>
              </a:lnSpc>
            </a:pPr>
            <a:r>
              <a:rPr lang="en-IN" sz="1800"/>
              <a:t>Lays foundation for future factuality-aware, interpretable, and trustworthy medical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9532</TotalTime>
  <Words>1723</Words>
  <Application>Microsoft Macintosh PowerPoint</Application>
  <PresentationFormat>On-screen Show (4:3)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MMed-RAG – Versatile Multimodal RAG System for Medical Vision-Language Models</vt:lpstr>
      <vt:lpstr>Problem Statement</vt:lpstr>
      <vt:lpstr>Literature Survey</vt:lpstr>
      <vt:lpstr>PowerPoint Presentation</vt:lpstr>
      <vt:lpstr>PowerPoint Presentation</vt:lpstr>
      <vt:lpstr>PowerPoint Presentation</vt:lpstr>
      <vt:lpstr>Methodology Overview</vt:lpstr>
      <vt:lpstr>PowerPoint Presentation</vt:lpstr>
      <vt:lpstr>RAG-Based Preference Fine-Tuning</vt:lpstr>
      <vt:lpstr>PowerPoint Presentation</vt:lpstr>
      <vt:lpstr>Architecture</vt:lpstr>
      <vt:lpstr>Dataset Description</vt:lpstr>
      <vt:lpstr>Results</vt:lpstr>
      <vt:lpstr>PowerPoint Presentation</vt:lpstr>
      <vt:lpstr>PowerPoint Presentation</vt:lpstr>
      <vt:lpstr>Future Work and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Brij Kishor</cp:lastModifiedBy>
  <cp:revision>14</cp:revision>
  <cp:lastPrinted>2025-10-25T14:39:10Z</cp:lastPrinted>
  <dcterms:created xsi:type="dcterms:W3CDTF">2013-01-27T09:14:16Z</dcterms:created>
  <dcterms:modified xsi:type="dcterms:W3CDTF">2025-11-15T16:16:54Z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1-bc88714345d2_Enabled">
    <vt:lpwstr>true</vt:lpwstr>
  </property>
  <property fmtid="{D5CDD505-2E9C-101B-9397-08002B2CF9AE}" pid="3" name="MSIP_Label_defa4170-0d19-0005-0001-bc88714345d2_SetDate">
    <vt:lpwstr>2025-10-25T14:40:44Z</vt:lpwstr>
  </property>
  <property fmtid="{D5CDD505-2E9C-101B-9397-08002B2CF9AE}" pid="4" name="MSIP_Label_defa4170-0d19-0005-0001-bc88714345d2_Method">
    <vt:lpwstr>Privileged</vt:lpwstr>
  </property>
  <property fmtid="{D5CDD505-2E9C-101B-9397-08002B2CF9AE}" pid="5" name="MSIP_Label_defa4170-0d19-0005-0001-bc88714345d2_Name">
    <vt:lpwstr>defa4170-0d19-0005-0001-bc88714345d2</vt:lpwstr>
  </property>
  <property fmtid="{D5CDD505-2E9C-101B-9397-08002B2CF9AE}" pid="6" name="MSIP_Label_defa4170-0d19-0005-0001-bc88714345d2_SiteId">
    <vt:lpwstr>894f681c-e4bb-489b-91ff-bd6ddcb0a402</vt:lpwstr>
  </property>
  <property fmtid="{D5CDD505-2E9C-101B-9397-08002B2CF9AE}" pid="7" name="MSIP_Label_defa4170-0d19-0005-0001-bc88714345d2_ActionId">
    <vt:lpwstr>05496ce6-b84a-4c2d-ba63-af5dbf7d01a8</vt:lpwstr>
  </property>
  <property fmtid="{D5CDD505-2E9C-101B-9397-08002B2CF9AE}" pid="8" name="MSIP_Label_defa4170-0d19-0005-0001-bc88714345d2_ContentBits">
    <vt:lpwstr>0</vt:lpwstr>
  </property>
  <property fmtid="{D5CDD505-2E9C-101B-9397-08002B2CF9AE}" pid="9" name="MSIP_Label_defa4170-0d19-0005-0001-bc88714345d2_Tag">
    <vt:lpwstr>50, 0, 1, 1</vt:lpwstr>
  </property>
</Properties>
</file>